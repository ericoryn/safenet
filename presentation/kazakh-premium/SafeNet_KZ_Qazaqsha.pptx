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a547e0c1f5409c" /><Relationship Type="http://schemas.openxmlformats.org/officeDocument/2006/relationships/extended-properties" Target="/docProps/app.xml" Id="Ra85ee6c8ccaf42a9" /><Relationship Type="http://schemas.openxmlformats.org/officeDocument/2006/relationships/officeDocument" Target="/ppt/presentation.xml" Id="R97f60ba8c97f4a7e" /></Relationships>
</file>

<file path=ppt/presentation.xml><?xml version="1.0" encoding="utf-8"?>
<p:presentation xmlns:p="http://schemas.openxmlformats.org/presentationml/2006/main">
  <p:sldMasterIdLst>
    <p:sldMasterId xmlns:r="http://schemas.openxmlformats.org/officeDocument/2006/relationships" id="2147483648" r:id="R42c21a16d0e1400e"/>
  </p:sldMasterIdLst>
  <p:notesMasterIdLst>
    <p:notesMasterId xmlns:r="http://schemas.openxmlformats.org/officeDocument/2006/relationships" r:id="R357b130622b84c76"/>
  </p:notesMasterIdLst>
  <p:sldIdLst>
    <p:sldId xmlns:r="http://schemas.openxmlformats.org/officeDocument/2006/relationships" id="256" r:id="Rc5dd1659484546d7"/>
    <p:sldId xmlns:r="http://schemas.openxmlformats.org/officeDocument/2006/relationships" id="257" r:id="Re6313488736a4964"/>
    <p:sldId xmlns:r="http://schemas.openxmlformats.org/officeDocument/2006/relationships" id="258" r:id="R93e6780ecb2d4b56"/>
    <p:sldId xmlns:r="http://schemas.openxmlformats.org/officeDocument/2006/relationships" id="259" r:id="Rf08a3daba8414313"/>
    <p:sldId xmlns:r="http://schemas.openxmlformats.org/officeDocument/2006/relationships" id="260" r:id="R74f03e6ae02340a7"/>
    <p:sldId xmlns:r="http://schemas.openxmlformats.org/officeDocument/2006/relationships" id="261" r:id="Rc11809994d644c21"/>
    <p:sldId xmlns:r="http://schemas.openxmlformats.org/officeDocument/2006/relationships" id="262" r:id="Raea8e94097d84896"/>
    <p:sldId xmlns:r="http://schemas.openxmlformats.org/officeDocument/2006/relationships" id="263" r:id="R5d7b7b0e7edb4b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da546001014a39" /><Relationship Type="http://schemas.openxmlformats.org/officeDocument/2006/relationships/slideMaster" Target="/ppt/slideMasters/slideMaster1.xml" Id="R42c21a16d0e1400e" /><Relationship Type="http://schemas.openxmlformats.org/officeDocument/2006/relationships/notesMaster" Target="/ppt/notesMasters/notesMaster1.xml" Id="R357b130622b84c76" /><Relationship Type="http://schemas.openxmlformats.org/officeDocument/2006/relationships/presProps" Target="/ppt/presProps.xml" Id="R5ede80ac62624858" /><Relationship Type="http://schemas.openxmlformats.org/officeDocument/2006/relationships/tableStyles" Target="/ppt/tableStyles.xml" Id="R3a9cbc5d747e47de" /><Relationship Type="http://schemas.openxmlformats.org/officeDocument/2006/relationships/slide" Target="/ppt/slides/slide1.xml" Id="Rc5dd1659484546d7" /><Relationship Type="http://schemas.openxmlformats.org/officeDocument/2006/relationships/slide" Target="/ppt/slides/slide2.xml" Id="Re6313488736a4964" /><Relationship Type="http://schemas.openxmlformats.org/officeDocument/2006/relationships/slide" Target="/ppt/slides/slide3.xml" Id="R93e6780ecb2d4b56" /><Relationship Type="http://schemas.openxmlformats.org/officeDocument/2006/relationships/slide" Target="/ppt/slides/slide4.xml" Id="Rf08a3daba8414313" /><Relationship Type="http://schemas.openxmlformats.org/officeDocument/2006/relationships/slide" Target="/ppt/slides/slide5.xml" Id="R74f03e6ae02340a7" /><Relationship Type="http://schemas.openxmlformats.org/officeDocument/2006/relationships/slide" Target="/ppt/slides/slide6.xml" Id="Rc11809994d644c21" /><Relationship Type="http://schemas.openxmlformats.org/officeDocument/2006/relationships/slide" Target="/ppt/slides/slide7.xml" Id="Raea8e94097d84896" /><Relationship Type="http://schemas.openxmlformats.org/officeDocument/2006/relationships/slide" Target="/ppt/slides/slide8.xml" Id="R5d7b7b0e7edb4b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8c4a093ba04c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82f99bcb244a27" /><Relationship Type="http://schemas.openxmlformats.org/officeDocument/2006/relationships/notesMaster" Target="/ppt/notesMasters/notesMaster1.xml" Id="R0d13d7ddbdc245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31d34ef3454b4d" /><Relationship Type="http://schemas.openxmlformats.org/officeDocument/2006/relationships/notesMaster" Target="/ppt/notesMasters/notesMaster1.xml" Id="R0073e7cd5ac445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46f7a2355b4f30" /><Relationship Type="http://schemas.openxmlformats.org/officeDocument/2006/relationships/notesMaster" Target="/ppt/notesMasters/notesMaster1.xml" Id="R008e84c662b44f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887d4f03c243d0" /><Relationship Type="http://schemas.openxmlformats.org/officeDocument/2006/relationships/notesMaster" Target="/ppt/notesMasters/notesMaster1.xml" Id="R6b80628f562b48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ed8a1c75cd47e0" /><Relationship Type="http://schemas.openxmlformats.org/officeDocument/2006/relationships/notesMaster" Target="/ppt/notesMasters/notesMaster1.xml" Id="R53342379259646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c520b3f0614282" /><Relationship Type="http://schemas.openxmlformats.org/officeDocument/2006/relationships/notesMaster" Target="/ppt/notesMasters/notesMaster1.xml" Id="R24c52a72f23c41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269626a9154ab4" /><Relationship Type="http://schemas.openxmlformats.org/officeDocument/2006/relationships/notesMaster" Target="/ppt/notesMasters/notesMaster1.xml" Id="R05ad1f41c1784d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f3dcdea5a0450c" /><Relationship Type="http://schemas.openxmlformats.org/officeDocument/2006/relationships/notesMaster" Target="/ppt/notesMasters/notesMaster1.xml" Id="R71f59de96f064e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a:t>
            </a:r>
          </a:p>
          <a:p xmlns:a="http://schemas.openxmlformats.org/drawingml/2006/main">
            <a:r>
              <a:t>SafeNet KZ — цифрлық ортадағы күмәнді схемаларды анықтайтын платформа. Ол ақылы ұтыс ойындарын, онлайн-казиноның жасырын жарнамасын және қаржы пирамидаларының белгілерін бір жұмыс орнында талдауға көмектеседі. Платформа күмәнді материалды белгілейді, дәлелдерді жинақтайды және тексеру кезегін реттейді. Мақсат — аналитикке негізді шешім қабылдауға көмектесу. Соңғы шешімді әрдайым адам қабылдайды.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a:t>
            </a:r>
          </a:p>
          <a:p xmlns:a="http://schemas.openxmlformats.org/drawingml/2006/main">
            <a:r>
              <a:t>Үш бағыттың мазмұны бөлек болғанымен, аналитик кездесетін қиындықтар ортақ. Жарнама кәдімгі кеңеске ұқсайды, қазақша және орысша мәтін араласады, маңызды шарт суреттің ішінде қалуы мүмкін. Жарияланым көп болғанда мұның бәрін қолмен салыстыру қиын. Бірыңғай платформа әр материалды үш бағыт бойынша тексереді. Аналитик дәлелді бір жерден көріп, қай істі алдымен қарау керегін анықтайды.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1:00–1:35</a:t>
            </a:r>
          </a:p>
          <a:p xmlns:a="http://schemas.openxmlformats.org/drawingml/2006/main">
            <a:r>
              <a:t>Бұл — демонстрациялық мысал; макет түсіндіру үшін жасалған. Жарияланымда қатысу үшін төлем талап етіледі, жеңімпаз кездейсоқ таңдалады және ұйымдастырушының табыс алатынын көрсететін шарт бар. Жүйе анықтаған белгілер мәтіндегі нақты үзінділермен беріледі. Аналитик тәуекел бағасының себебін тексере алады. Маңызды айырма: тегін қатысуға болатын кәдімгі байқау автоматты түрде жоғары тәуекелге жатқызылмауы керек. Бір сөзге емес, шарттардың үйлесіміне қараймыз.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1:35–2:10</a:t>
            </a:r>
          </a:p>
          <a:p xmlns:a="http://schemas.openxmlformats.org/drawingml/2006/main">
            <a:r>
              <a:t>Мұнда жасырын жарнамаға ұқсайтын демонстрациялық мысал берілген. Кәдімгі жарияланымдағы қысқа сілтеме бірнеше бағыттаудан кейін ойын ресурсына апарады. Промокод немесе болжамды ұтыс төлемі туралы үзінді қосымша дәлел болады. Қазіргі жүйе бұл тізбекті енгізілген метадеректерден алады, сілтемелерді өзі ашып тексермейді. Kaspi атауының кездесуі немесе қысқа сілтеменің болуы жеке өзі жеткілікті негіз емес. Контекст пен бірнеше белгі қатар бағаланады.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2:10–2:45</a:t>
            </a:r>
          </a:p>
          <a:p xmlns:a="http://schemas.openxmlformats.org/drawingml/2006/main">
            <a:r>
              <a:t>Бұл демонстрациялық хабарламада бастапқы жарна, жоғары табыс уәдесі және жаңа қатысушы шақырғаны үшін сыйақы бірге кездеседі. Жүйе әр анықталған белгіні тиісті үзіндімен байланыстырады. Осылайша аналитик уәденің мазмұнын, төлем шартын және қатысушы тарту талабын бөлек тексереді. Қалыпты рефералдық бағдарлама өздігінен қаржы пирамидасын дәлелдемейді. Біз ықтимал бұзушылықтың белгілерін көрсетеміз; түпкілікті қорытынды қосымша тексеруге сүйенеді.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2:45–3:20</a:t>
            </a:r>
          </a:p>
          <a:p xmlns:a="http://schemas.openxmlformats.org/drawingml/2006/main">
            <a:r>
              <a:t>Іске асқан тізбек мынадай: мәтін, сурет немесе дайын транскрипт енгізіледі; суреттегі мәтінді Tesseract OCR таниды. Деректер дайындалып, танылған дербес деректер бүркемеленеді. Одан кейін ортақ талдау жүйесі үш бағыттың ережелерін қолданады. Python талдауды орындайды, FastAPI интерфейспен байланыстырады, SQLite нәтижелер мен шешімдер тарихын сақтайды. Кезектегі басымдық үш бағыттағы ең жоғары баллға сүйенеді. Балл заң бұзу ықтималдығының пайызы емес.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3:20–4:10</a:t>
            </a:r>
          </a:p>
          <a:p xmlns:a="http://schemas.openxmlformats.org/drawingml/2006/main">
            <a:r>
              <a:t>Нәтиже экранында тәуекел деңгейі, себептер, бастапқы үзінділер және тексеру күйі бірге көрінеді. Бұл — интерфейс макеті. Аналитик белгілерді растайды, жалған дабылды белгілейді немесе қосымша тексеру сұратады. Кестедегі сандар 240 синтетикалық материалды қайталап тексеруден алынған. Ұтыс ойындарында дәлдік 84,6%, толықтық 91,7%, жалған дабыл үлесі 1,9%. Казино бағытында — 100%, 33,3% және 0%; пирамида белгілерінде — 82,4%, 58,3% және 3,1%. Жалған дабыл үлесі теріс мысалдар бойынша есептеледі. Казиноның жоғары дәлдігі төмен толықтықты жасырмауы керек: оң мысалдардың үштен екісі анықталмай қалған. Бұл тәуелсіз бағалау емес және нақты ортадағы сапаны растамайды.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4:10–4:40</a:t>
            </a:r>
          </a:p>
          <a:p xmlns:a="http://schemas.openxmlformats.org/drawingml/2006/main">
            <a:r>
              <a:t>Келесі қадам — қазақша және аралас мәтіндегі күрделі белгілерді нақтылау. Содан кейін бұрын қолданылмаған материалдармен тәуелсіз бағалау өткізіп, әр бағыттың қателерін бөлек өлшейміз. Үшінші қадам — аналитиктермен шектеулі пилот: тексеруге кеткен уақытты, анықталмай қалған жағдайларды және түсіндірмелердің пайдасын бағалау. Бұл қадамдар — даму жоспары. Біздің ұстанымымыз өзгермейді: Үш бағыт. Бір платформа. Әр белгіге — нақты дәлел.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e6ceca131e40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e97a58dea54f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a67a6d60b641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8a82e5d0c641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0fc17b8c1e43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ade849c41242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DC155A-1931-4488-8E1D-9156D4F11A9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F718EB-56ED-47A9-8E81-51C4975D4A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7240E1B-BA22-47DE-B537-CAE5E7743A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26F884-CBE5-442C-A0B0-E6D0AB8A36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A22AFE-E0EA-4AD4-B864-34C581A4E1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9B461C-DA92-458D-BB97-46C05B6361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1BE4D2-81D4-4DDE-95A6-747FDCD765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947F5E-EF5A-4DD9-B600-40336AD9E3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1C24EE-8286-4EEC-91E5-E0F5541806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009E2F-A1D3-4BD2-9EB0-CA87D19A26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54b5bbbcba4483" /><Relationship Type="http://schemas.openxmlformats.org/officeDocument/2006/relationships/slideLayout" Target="/ppt/slideLayouts/slideLayout1.xml" Id="R1b20431943074551" /><Relationship Type="http://schemas.openxmlformats.org/officeDocument/2006/relationships/slideLayout" Target="/ppt/slideLayouts/slideLayout2.xml" Id="R263a5a0e8b4a4667" /><Relationship Type="http://schemas.openxmlformats.org/officeDocument/2006/relationships/slideLayout" Target="/ppt/slideLayouts/slideLayout3.xml" Id="Rabfbdc5eca624740" /><Relationship Type="http://schemas.openxmlformats.org/officeDocument/2006/relationships/slideLayout" Target="/ppt/slideLayouts/slideLayout4.xml" Id="R98fc0b0f9d0945aa" /><Relationship Type="http://schemas.openxmlformats.org/officeDocument/2006/relationships/slideLayout" Target="/ppt/slideLayouts/slideLayout5.xml" Id="R535e0f677db64066" /><Relationship Type="http://schemas.openxmlformats.org/officeDocument/2006/relationships/slideLayout" Target="/ppt/slideLayouts/slideLayout6.xml" Id="Rc44ccc0e96064c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20431943074551"/>
    <p:sldLayoutId xmlns:r="http://schemas.openxmlformats.org/officeDocument/2006/relationships" id="2147483650" r:id="R263a5a0e8b4a4667"/>
    <p:sldLayoutId xmlns:r="http://schemas.openxmlformats.org/officeDocument/2006/relationships" id="2147483651" r:id="Rabfbdc5eca624740"/>
    <p:sldLayoutId xmlns:r="http://schemas.openxmlformats.org/officeDocument/2006/relationships" id="2147483652" r:id="R98fc0b0f9d0945aa"/>
    <p:sldLayoutId xmlns:r="http://schemas.openxmlformats.org/officeDocument/2006/relationships" id="2147483653" r:id="R535e0f677db64066"/>
    <p:sldLayoutId xmlns:r="http://schemas.openxmlformats.org/officeDocument/2006/relationships" id="2147483654" r:id="Rc44ccc0e96064c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dc36b498464c53" /><Relationship Type="http://schemas.openxmlformats.org/officeDocument/2006/relationships/notesSlide" Target="/ppt/notesSlides/notesSlide1.xml" Id="R49971ccd1aa444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9f9f4238b44694" /><Relationship Type="http://schemas.openxmlformats.org/officeDocument/2006/relationships/notesSlide" Target="/ppt/notesSlides/notesSlide2.xml" Id="R10f5babc5cd24b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1a66976486425c" /><Relationship Type="http://schemas.openxmlformats.org/officeDocument/2006/relationships/notesSlide" Target="/ppt/notesSlides/notesSlide3.xml" Id="Rbd729a911b134d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a007f7b2814a3f" /><Relationship Type="http://schemas.openxmlformats.org/officeDocument/2006/relationships/notesSlide" Target="/ppt/notesSlides/notesSlide4.xml" Id="Re7c69444f27042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8de5f9db3024cf1" /><Relationship Type="http://schemas.openxmlformats.org/officeDocument/2006/relationships/notesSlide" Target="/ppt/notesSlides/notesSlide5.xml" Id="R683432e10bc44e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69b58e085f4a7c" /><Relationship Type="http://schemas.openxmlformats.org/officeDocument/2006/relationships/notesSlide" Target="/ppt/notesSlides/notesSlide6.xml" Id="R7382ae0817ee46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98e2c64f924a55" /><Relationship Type="http://schemas.openxmlformats.org/officeDocument/2006/relationships/notesSlide" Target="/ppt/notesSlides/notesSlide7.xml" Id="R11bd553c7fcd40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10dc7ffcb54b61" /><Relationship Type="http://schemas.openxmlformats.org/officeDocument/2006/relationships/notesSlide" Target="/ppt/notesSlides/notesSlide8.xml" Id="Refbfe6147bab47b3" /></Relationships>
</file>

<file path=ppt/slides/slide1.xml><?xml version="1.0" encoding="utf-8"?>
<p:sld xmlns:p="http://schemas.openxmlformats.org/presentationml/2006/main">
  <p:cSld>
    <p:bg>
      <p:bgPr>
        <a:solidFill xmlns:a="http://schemas.openxmlformats.org/drawingml/2006/main">
          <a:srgbClr val="10171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71827BF-0BD2-49E9-B76B-B3137D74989C}"/>
              </a:ext>
            </a:extLst>
          </p:cNvPr>
          <p:cNvSpPr>
            <a:spLocks xmlns:a="http://schemas.openxmlformats.org/drawingml/2006/main" noGrp="1"/>
          </p:cNvSpPr>
          <p:nvPr/>
        </p:nvSpPr>
        <p:spPr>
          <a:xfrm xmlns:a="http://schemas.openxmlformats.org/drawingml/2006/main">
            <a:off x="533400" y="514350"/>
            <a:ext cx="342900" cy="38100"/>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0A26D32-44CF-4D6E-B626-5903417B2CFB}"/>
              </a:ext>
            </a:extLst>
          </p:cNvPr>
          <p:cNvSpPr>
            <a:spLocks xmlns:a="http://schemas.openxmlformats.org/drawingml/2006/main" noGrp="1"/>
          </p:cNvSpPr>
          <p:nvPr/>
        </p:nvSpPr>
        <p:spPr>
          <a:xfrm xmlns:a="http://schemas.openxmlformats.org/drawingml/2006/main">
            <a:off x="1028700" y="4000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АНАЛИТИККЕ АРНАЛҒАН ПЛАТФОРМА</a:t>
            </a:r>
          </a:p>
        </p:txBody>
      </p:sp>
      <p:sp>
        <p:nvSpPr>
          <p:cNvPr id="4" name="">
            <a:extLst xmlns:a="http://schemas.openxmlformats.org/drawingml/2006/main">
              <a:ext uri="{FF2B5EF4-FFF2-40B4-BE49-F238E27FC236}">
                <a16:creationId xmlns:a16="http://schemas.microsoft.com/office/drawing/2014/main" id="{19E97D3C-4AD4-4F07-9E5E-5076BF0B67FC}"/>
              </a:ext>
            </a:extLst>
          </p:cNvPr>
          <p:cNvSpPr>
            <a:spLocks xmlns:a="http://schemas.openxmlformats.org/drawingml/2006/main" noGrp="1"/>
          </p:cNvSpPr>
          <p:nvPr/>
        </p:nvSpPr>
        <p:spPr>
          <a:xfrm xmlns:a="http://schemas.openxmlformats.org/drawingml/2006/main">
            <a:off x="533400" y="1200150"/>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7500" b="0">
                <a:solidFill>
                  <a:srgbClr val="F0F5F5"/>
                </a:solidFill>
                <a:latin typeface="Arial"/>
                <a:ea typeface="Arial"/>
                <a:cs typeface="Arial"/>
              </a:defRPr>
            </a:defPPr>
            <a:lvl1pPr>
              <a:defRPr sz="7500" b="0">
                <a:solidFill>
                  <a:srgbClr val="F0F5F5"/>
                </a:solidFill>
                <a:latin typeface="Arial"/>
                <a:ea typeface="Arial"/>
                <a:cs typeface="Arial"/>
              </a:defRPr>
            </a:lvl1pPr>
            <a:lvl2pPr>
              <a:defRPr sz="7500" b="0">
                <a:solidFill>
                  <a:srgbClr val="F0F5F5"/>
                </a:solidFill>
                <a:latin typeface="Arial"/>
                <a:ea typeface="Arial"/>
                <a:cs typeface="Arial"/>
              </a:defRPr>
            </a:lvl2pPr>
            <a:lvl3pPr>
              <a:defRPr sz="7500" b="0">
                <a:solidFill>
                  <a:srgbClr val="F0F5F5"/>
                </a:solidFill>
                <a:latin typeface="Arial"/>
                <a:ea typeface="Arial"/>
                <a:cs typeface="Arial"/>
              </a:defRPr>
            </a:lvl3pPr>
            <a:lvl4pPr>
              <a:defRPr sz="7500" b="0">
                <a:solidFill>
                  <a:srgbClr val="F0F5F5"/>
                </a:solidFill>
                <a:latin typeface="Arial"/>
                <a:ea typeface="Arial"/>
                <a:cs typeface="Arial"/>
              </a:defRPr>
            </a:lvl4pPr>
            <a:lvl5pPr>
              <a:defRPr sz="7500" b="0">
                <a:solidFill>
                  <a:srgbClr val="F0F5F5"/>
                </a:solidFill>
                <a:latin typeface="Arial"/>
                <a:ea typeface="Arial"/>
                <a:cs typeface="Arial"/>
              </a:defRPr>
            </a:lvl5pPr>
            <a:lvl6pPr>
              <a:defRPr sz="7500" b="0">
                <a:solidFill>
                  <a:srgbClr val="F0F5F5"/>
                </a:solidFill>
                <a:latin typeface="Arial"/>
                <a:ea typeface="Arial"/>
                <a:cs typeface="Arial"/>
              </a:defRPr>
            </a:lvl6pPr>
            <a:lvl7pPr>
              <a:defRPr sz="7500" b="0">
                <a:solidFill>
                  <a:srgbClr val="F0F5F5"/>
                </a:solidFill>
                <a:latin typeface="Arial"/>
                <a:ea typeface="Arial"/>
                <a:cs typeface="Arial"/>
              </a:defRPr>
            </a:lvl7pPr>
            <a:lvl8pPr>
              <a:defRPr sz="7500" b="0">
                <a:solidFill>
                  <a:srgbClr val="F0F5F5"/>
                </a:solidFill>
                <a:latin typeface="Arial"/>
                <a:ea typeface="Arial"/>
                <a:cs typeface="Arial"/>
              </a:defRPr>
            </a:lvl8pPr>
            <a:lvl9pPr>
              <a:defRPr sz="7500" b="0">
                <a:solidFill>
                  <a:srgbClr val="F0F5F5"/>
                </a:solidFill>
                <a:latin typeface="Arial"/>
                <a:ea typeface="Arial"/>
                <a:cs typeface="Arial"/>
              </a:defRPr>
            </a:lvl9pPr>
          </a:lstStyle>
          <a:p xmlns:a="http://schemas.openxmlformats.org/drawingml/2006/main">
            <a:pPr>
              <a:defRPr sz="7500" b="0">
                <a:solidFill>
                  <a:srgbClr val="F0F5F5"/>
                </a:solidFill>
                <a:latin typeface="Arial"/>
                <a:ea typeface="Arial"/>
                <a:cs typeface="Arial"/>
              </a:defRPr>
            </a:pPr>
            <a:r>
              <a:rPr sz="7500" b="0">
                <a:solidFill>
                  <a:srgbClr val="F0F5F5"/>
                </a:solidFill>
                <a:latin typeface="Arial"/>
                <a:ea typeface="Arial"/>
                <a:cs typeface="Arial"/>
              </a:rPr>
              <a:t>SafeNet KZ</a:t>
            </a:r>
          </a:p>
        </p:txBody>
      </p:sp>
      <p:sp>
        <p:nvSpPr>
          <p:cNvPr id="5" name="">
            <a:extLst xmlns:a="http://schemas.openxmlformats.org/drawingml/2006/main">
              <a:ext uri="{FF2B5EF4-FFF2-40B4-BE49-F238E27FC236}">
                <a16:creationId xmlns:a16="http://schemas.microsoft.com/office/drawing/2014/main" id="{89F4E7E8-3321-45E1-83F7-4A93B7290551}"/>
              </a:ext>
            </a:extLst>
          </p:cNvPr>
          <p:cNvSpPr>
            <a:spLocks xmlns:a="http://schemas.openxmlformats.org/drawingml/2006/main" noGrp="1"/>
          </p:cNvSpPr>
          <p:nvPr/>
        </p:nvSpPr>
        <p:spPr>
          <a:xfrm xmlns:a="http://schemas.openxmlformats.org/drawingml/2006/main">
            <a:off x="571500" y="24955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ADBDC7"/>
                </a:solidFill>
                <a:latin typeface="Arial"/>
                <a:ea typeface="Arial"/>
                <a:cs typeface="Arial"/>
              </a:defRPr>
            </a:defPPr>
            <a:lvl1pPr>
              <a:defRPr sz="2550" b="0">
                <a:solidFill>
                  <a:srgbClr val="ADBDC7"/>
                </a:solidFill>
                <a:latin typeface="Arial"/>
                <a:ea typeface="Arial"/>
                <a:cs typeface="Arial"/>
              </a:defRPr>
            </a:lvl1pPr>
            <a:lvl2pPr>
              <a:defRPr sz="2550" b="0">
                <a:solidFill>
                  <a:srgbClr val="ADBDC7"/>
                </a:solidFill>
                <a:latin typeface="Arial"/>
                <a:ea typeface="Arial"/>
                <a:cs typeface="Arial"/>
              </a:defRPr>
            </a:lvl2pPr>
            <a:lvl3pPr>
              <a:defRPr sz="2550" b="0">
                <a:solidFill>
                  <a:srgbClr val="ADBDC7"/>
                </a:solidFill>
                <a:latin typeface="Arial"/>
                <a:ea typeface="Arial"/>
                <a:cs typeface="Arial"/>
              </a:defRPr>
            </a:lvl3pPr>
            <a:lvl4pPr>
              <a:defRPr sz="2550" b="0">
                <a:solidFill>
                  <a:srgbClr val="ADBDC7"/>
                </a:solidFill>
                <a:latin typeface="Arial"/>
                <a:ea typeface="Arial"/>
                <a:cs typeface="Arial"/>
              </a:defRPr>
            </a:lvl4pPr>
            <a:lvl5pPr>
              <a:defRPr sz="2550" b="0">
                <a:solidFill>
                  <a:srgbClr val="ADBDC7"/>
                </a:solidFill>
                <a:latin typeface="Arial"/>
                <a:ea typeface="Arial"/>
                <a:cs typeface="Arial"/>
              </a:defRPr>
            </a:lvl5pPr>
            <a:lvl6pPr>
              <a:defRPr sz="2550" b="0">
                <a:solidFill>
                  <a:srgbClr val="ADBDC7"/>
                </a:solidFill>
                <a:latin typeface="Arial"/>
                <a:ea typeface="Arial"/>
                <a:cs typeface="Arial"/>
              </a:defRPr>
            </a:lvl6pPr>
            <a:lvl7pPr>
              <a:defRPr sz="2550" b="0">
                <a:solidFill>
                  <a:srgbClr val="ADBDC7"/>
                </a:solidFill>
                <a:latin typeface="Arial"/>
                <a:ea typeface="Arial"/>
                <a:cs typeface="Arial"/>
              </a:defRPr>
            </a:lvl7pPr>
            <a:lvl8pPr>
              <a:defRPr sz="2550" b="0">
                <a:solidFill>
                  <a:srgbClr val="ADBDC7"/>
                </a:solidFill>
                <a:latin typeface="Arial"/>
                <a:ea typeface="Arial"/>
                <a:cs typeface="Arial"/>
              </a:defRPr>
            </a:lvl8pPr>
            <a:lvl9pPr>
              <a:defRPr sz="2550" b="0">
                <a:solidFill>
                  <a:srgbClr val="ADBDC7"/>
                </a:solidFill>
                <a:latin typeface="Arial"/>
                <a:ea typeface="Arial"/>
                <a:cs typeface="Arial"/>
              </a:defRPr>
            </a:lvl9pPr>
          </a:lstStyle>
          <a:p xmlns:a="http://schemas.openxmlformats.org/drawingml/2006/main">
            <a:pPr>
              <a:defRPr sz="2550" b="0">
                <a:solidFill>
                  <a:srgbClr val="ADBDC7"/>
                </a:solidFill>
                <a:latin typeface="Arial"/>
                <a:ea typeface="Arial"/>
                <a:cs typeface="Arial"/>
              </a:defRPr>
            </a:pPr>
            <a:r>
              <a:rPr sz="2550" b="0">
                <a:solidFill>
                  <a:srgbClr val="ADBDC7"/>
                </a:solidFill>
                <a:latin typeface="Arial"/>
                <a:ea typeface="Arial"/>
                <a:cs typeface="Arial"/>
              </a:rPr>
              <a:t>Цифрлық ортадағы күмәнді</a:t>
            </a:r>
          </a:p>
          <a:p xmlns:a="http://schemas.openxmlformats.org/drawingml/2006/main">
            <a:pPr>
              <a:defRPr sz="2550" b="0">
                <a:solidFill>
                  <a:srgbClr val="ADBDC7"/>
                </a:solidFill>
                <a:latin typeface="Arial"/>
                <a:ea typeface="Arial"/>
                <a:cs typeface="Arial"/>
              </a:defRPr>
            </a:pPr>
            <a:r>
              <a:rPr sz="2550" b="0">
                <a:solidFill>
                  <a:srgbClr val="ADBDC7"/>
                </a:solidFill>
                <a:latin typeface="Arial"/>
                <a:ea typeface="Arial"/>
                <a:cs typeface="Arial"/>
              </a:rPr>
              <a:t>схемаларды анықтайтын платформа</a:t>
            </a:r>
          </a:p>
        </p:txBody>
      </p:sp>
      <p:sp>
        <p:nvSpPr>
          <p:cNvPr id="6" name="">
            <a:extLst xmlns:a="http://schemas.openxmlformats.org/drawingml/2006/main">
              <a:ext uri="{FF2B5EF4-FFF2-40B4-BE49-F238E27FC236}">
                <a16:creationId xmlns:a16="http://schemas.microsoft.com/office/drawing/2014/main" id="{235621E6-3012-441F-B1AC-CDAD3A5BD8E5}"/>
              </a:ext>
            </a:extLst>
          </p:cNvPr>
          <p:cNvSpPr>
            <a:spLocks xmlns:a="http://schemas.openxmlformats.org/drawingml/2006/main" noGrp="1"/>
          </p:cNvSpPr>
          <p:nvPr/>
        </p:nvSpPr>
        <p:spPr>
          <a:xfrm xmlns:a="http://schemas.openxmlformats.org/drawingml/2006/main">
            <a:off x="533400" y="4010025"/>
            <a:ext cx="11125200" cy="1924050"/>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7" name="">
            <a:extLst xmlns:a="http://schemas.openxmlformats.org/drawingml/2006/main">
              <a:ext uri="{FF2B5EF4-FFF2-40B4-BE49-F238E27FC236}">
                <a16:creationId xmlns:a16="http://schemas.microsoft.com/office/drawing/2014/main" id="{D50B2574-C49E-4ADB-873D-AB87068172FA}"/>
              </a:ext>
            </a:extLst>
          </p:cNvPr>
          <p:cNvSpPr>
            <a:spLocks xmlns:a="http://schemas.openxmlformats.org/drawingml/2006/main" noGrp="1"/>
          </p:cNvSpPr>
          <p:nvPr/>
        </p:nvSpPr>
        <p:spPr>
          <a:xfrm xmlns:a="http://schemas.openxmlformats.org/drawingml/2006/main">
            <a:off x="762000" y="421005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1">
                <a:solidFill>
                  <a:srgbClr val="F0F5F5"/>
                </a:solidFill>
                <a:latin typeface="Arial"/>
                <a:ea typeface="Arial"/>
                <a:cs typeface="Arial"/>
              </a:defRPr>
            </a:defPPr>
            <a:lvl1pPr>
              <a:defRPr sz="1800" b="1">
                <a:solidFill>
                  <a:srgbClr val="F0F5F5"/>
                </a:solidFill>
                <a:latin typeface="Arial"/>
                <a:ea typeface="Arial"/>
                <a:cs typeface="Arial"/>
              </a:defRPr>
            </a:lvl1pPr>
            <a:lvl2pPr>
              <a:defRPr sz="1800" b="1">
                <a:solidFill>
                  <a:srgbClr val="F0F5F5"/>
                </a:solidFill>
                <a:latin typeface="Arial"/>
                <a:ea typeface="Arial"/>
                <a:cs typeface="Arial"/>
              </a:defRPr>
            </a:lvl2pPr>
            <a:lvl3pPr>
              <a:defRPr sz="1800" b="1">
                <a:solidFill>
                  <a:srgbClr val="F0F5F5"/>
                </a:solidFill>
                <a:latin typeface="Arial"/>
                <a:ea typeface="Arial"/>
                <a:cs typeface="Arial"/>
              </a:defRPr>
            </a:lvl3pPr>
            <a:lvl4pPr>
              <a:defRPr sz="1800" b="1">
                <a:solidFill>
                  <a:srgbClr val="F0F5F5"/>
                </a:solidFill>
                <a:latin typeface="Arial"/>
                <a:ea typeface="Arial"/>
                <a:cs typeface="Arial"/>
              </a:defRPr>
            </a:lvl4pPr>
            <a:lvl5pPr>
              <a:defRPr sz="1800" b="1">
                <a:solidFill>
                  <a:srgbClr val="F0F5F5"/>
                </a:solidFill>
                <a:latin typeface="Arial"/>
                <a:ea typeface="Arial"/>
                <a:cs typeface="Arial"/>
              </a:defRPr>
            </a:lvl5pPr>
            <a:lvl6pPr>
              <a:defRPr sz="1800" b="1">
                <a:solidFill>
                  <a:srgbClr val="F0F5F5"/>
                </a:solidFill>
                <a:latin typeface="Arial"/>
                <a:ea typeface="Arial"/>
                <a:cs typeface="Arial"/>
              </a:defRPr>
            </a:lvl6pPr>
            <a:lvl7pPr>
              <a:defRPr sz="1800" b="1">
                <a:solidFill>
                  <a:srgbClr val="F0F5F5"/>
                </a:solidFill>
                <a:latin typeface="Arial"/>
                <a:ea typeface="Arial"/>
                <a:cs typeface="Arial"/>
              </a:defRPr>
            </a:lvl7pPr>
            <a:lvl8pPr>
              <a:defRPr sz="1800" b="1">
                <a:solidFill>
                  <a:srgbClr val="F0F5F5"/>
                </a:solidFill>
                <a:latin typeface="Arial"/>
                <a:ea typeface="Arial"/>
                <a:cs typeface="Arial"/>
              </a:defRPr>
            </a:lvl8pPr>
            <a:lvl9pPr>
              <a:defRPr sz="1800" b="1">
                <a:solidFill>
                  <a:srgbClr val="F0F5F5"/>
                </a:solidFill>
                <a:latin typeface="Arial"/>
                <a:ea typeface="Arial"/>
                <a:cs typeface="Arial"/>
              </a:defRPr>
            </a:lvl9pPr>
          </a:lstStyle>
          <a:p xmlns:a="http://schemas.openxmlformats.org/drawingml/2006/main">
            <a:pPr>
              <a:defRPr sz="1800" b="1">
                <a:solidFill>
                  <a:srgbClr val="F0F5F5"/>
                </a:solidFill>
                <a:latin typeface="Arial"/>
                <a:ea typeface="Arial"/>
                <a:cs typeface="Arial"/>
              </a:defRPr>
            </a:pPr>
            <a:r>
              <a:rPr sz="1800" b="1">
                <a:solidFill>
                  <a:srgbClr val="F0F5F5"/>
                </a:solidFill>
                <a:latin typeface="Arial"/>
                <a:ea typeface="Arial"/>
                <a:cs typeface="Arial"/>
              </a:rPr>
              <a:t>Материалдар</a:t>
            </a:r>
          </a:p>
        </p:txBody>
      </p:sp>
      <p:sp>
        <p:nvSpPr>
          <p:cNvPr id="8" name="">
            <a:extLst xmlns:a="http://schemas.openxmlformats.org/drawingml/2006/main">
              <a:ext uri="{FF2B5EF4-FFF2-40B4-BE49-F238E27FC236}">
                <a16:creationId xmlns:a16="http://schemas.microsoft.com/office/drawing/2014/main" id="{F7D83124-3C6A-4B2F-8E32-4621D71BF4A4}"/>
              </a:ext>
            </a:extLst>
          </p:cNvPr>
          <p:cNvSpPr>
            <a:spLocks xmlns:a="http://schemas.openxmlformats.org/drawingml/2006/main" noGrp="1"/>
          </p:cNvSpPr>
          <p:nvPr/>
        </p:nvSpPr>
        <p:spPr>
          <a:xfrm xmlns:a="http://schemas.openxmlformats.org/drawingml/2006/main">
            <a:off x="4038600" y="423862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ADBDC7"/>
                </a:solidFill>
                <a:latin typeface="Arial"/>
                <a:ea typeface="Arial"/>
                <a:cs typeface="Arial"/>
              </a:defRPr>
            </a:defPPr>
            <a:lvl1pPr>
              <a:defRPr sz="1650" b="0">
                <a:solidFill>
                  <a:srgbClr val="ADBDC7"/>
                </a:solidFill>
                <a:latin typeface="Arial"/>
                <a:ea typeface="Arial"/>
                <a:cs typeface="Arial"/>
              </a:defRPr>
            </a:lvl1pPr>
            <a:lvl2pPr>
              <a:defRPr sz="1650" b="0">
                <a:solidFill>
                  <a:srgbClr val="ADBDC7"/>
                </a:solidFill>
                <a:latin typeface="Arial"/>
                <a:ea typeface="Arial"/>
                <a:cs typeface="Arial"/>
              </a:defRPr>
            </a:lvl2pPr>
            <a:lvl3pPr>
              <a:defRPr sz="1650" b="0">
                <a:solidFill>
                  <a:srgbClr val="ADBDC7"/>
                </a:solidFill>
                <a:latin typeface="Arial"/>
                <a:ea typeface="Arial"/>
                <a:cs typeface="Arial"/>
              </a:defRPr>
            </a:lvl3pPr>
            <a:lvl4pPr>
              <a:defRPr sz="1650" b="0">
                <a:solidFill>
                  <a:srgbClr val="ADBDC7"/>
                </a:solidFill>
                <a:latin typeface="Arial"/>
                <a:ea typeface="Arial"/>
                <a:cs typeface="Arial"/>
              </a:defRPr>
            </a:lvl4pPr>
            <a:lvl5pPr>
              <a:defRPr sz="1650" b="0">
                <a:solidFill>
                  <a:srgbClr val="ADBDC7"/>
                </a:solidFill>
                <a:latin typeface="Arial"/>
                <a:ea typeface="Arial"/>
                <a:cs typeface="Arial"/>
              </a:defRPr>
            </a:lvl5pPr>
            <a:lvl6pPr>
              <a:defRPr sz="1650" b="0">
                <a:solidFill>
                  <a:srgbClr val="ADBDC7"/>
                </a:solidFill>
                <a:latin typeface="Arial"/>
                <a:ea typeface="Arial"/>
                <a:cs typeface="Arial"/>
              </a:defRPr>
            </a:lvl6pPr>
            <a:lvl7pPr>
              <a:defRPr sz="1650" b="0">
                <a:solidFill>
                  <a:srgbClr val="ADBDC7"/>
                </a:solidFill>
                <a:latin typeface="Arial"/>
                <a:ea typeface="Arial"/>
                <a:cs typeface="Arial"/>
              </a:defRPr>
            </a:lvl7pPr>
            <a:lvl8pPr>
              <a:defRPr sz="1650" b="0">
                <a:solidFill>
                  <a:srgbClr val="ADBDC7"/>
                </a:solidFill>
                <a:latin typeface="Arial"/>
                <a:ea typeface="Arial"/>
                <a:cs typeface="Arial"/>
              </a:defRPr>
            </a:lvl8pPr>
            <a:lvl9pPr>
              <a:defRPr sz="1650" b="0">
                <a:solidFill>
                  <a:srgbClr val="ADBDC7"/>
                </a:solidFill>
                <a:latin typeface="Arial"/>
                <a:ea typeface="Arial"/>
                <a:cs typeface="Arial"/>
              </a:defRPr>
            </a:lvl9pPr>
          </a:lstStyle>
          <a:p xmlns:a="http://schemas.openxmlformats.org/drawingml/2006/main">
            <a:pPr>
              <a:defRPr sz="1650" b="0">
                <a:solidFill>
                  <a:srgbClr val="ADBDC7"/>
                </a:solidFill>
                <a:latin typeface="Arial"/>
                <a:ea typeface="Arial"/>
                <a:cs typeface="Arial"/>
              </a:defRPr>
            </a:pPr>
            <a:r>
              <a:rPr sz="1650" b="0">
                <a:solidFill>
                  <a:srgbClr val="ADBDC7"/>
                </a:solidFill>
                <a:latin typeface="Arial"/>
                <a:ea typeface="Arial"/>
                <a:cs typeface="Arial"/>
              </a:rPr>
              <a:t>Бір кезек  /  Үш бағыт  /  Нақты дәлел</a:t>
            </a:r>
          </a:p>
        </p:txBody>
      </p:sp>
      <p:sp>
        <p:nvSpPr>
          <p:cNvPr id="9" name="">
            <a:extLst xmlns:a="http://schemas.openxmlformats.org/drawingml/2006/main">
              <a:ext uri="{FF2B5EF4-FFF2-40B4-BE49-F238E27FC236}">
                <a16:creationId xmlns:a16="http://schemas.microsoft.com/office/drawing/2014/main" id="{FBBD4744-0785-4BAE-8731-7DDEA4A4EE2D}"/>
              </a:ext>
            </a:extLst>
          </p:cNvPr>
          <p:cNvSpPr>
            <a:spLocks xmlns:a="http://schemas.openxmlformats.org/drawingml/2006/main" noGrp="1"/>
          </p:cNvSpPr>
          <p:nvPr/>
        </p:nvSpPr>
        <p:spPr>
          <a:xfrm xmlns:a="http://schemas.openxmlformats.org/drawingml/2006/main">
            <a:off x="762000" y="4772025"/>
            <a:ext cx="38100" cy="781050"/>
          </a:xfrm>
          <a:prstGeom xmlns:a="http://schemas.openxmlformats.org/drawingml/2006/main" prst="rect">
            <a:avLst/>
          </a:prstGeom>
          <a:solidFill xmlns:a="http://schemas.openxmlformats.org/drawingml/2006/main">
            <a:srgbClr val="8EBBE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67D26F7-DEF5-46A5-81A8-02AA0515E24C}"/>
              </a:ext>
            </a:extLst>
          </p:cNvPr>
          <p:cNvSpPr>
            <a:spLocks xmlns:a="http://schemas.openxmlformats.org/drawingml/2006/main" noGrp="1"/>
          </p:cNvSpPr>
          <p:nvPr/>
        </p:nvSpPr>
        <p:spPr>
          <a:xfrm xmlns:a="http://schemas.openxmlformats.org/drawingml/2006/main">
            <a:off x="952500" y="47434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8EBBEE"/>
                </a:solidFill>
                <a:latin typeface="Arial"/>
                <a:ea typeface="Arial"/>
                <a:cs typeface="Arial"/>
              </a:defRPr>
            </a:defPPr>
            <a:lvl1pPr>
              <a:defRPr sz="1950" b="1">
                <a:solidFill>
                  <a:srgbClr val="8EBBEE"/>
                </a:solidFill>
                <a:latin typeface="Arial"/>
                <a:ea typeface="Arial"/>
                <a:cs typeface="Arial"/>
              </a:defRPr>
            </a:lvl1pPr>
            <a:lvl2pPr>
              <a:defRPr sz="1950" b="1">
                <a:solidFill>
                  <a:srgbClr val="8EBBEE"/>
                </a:solidFill>
                <a:latin typeface="Arial"/>
                <a:ea typeface="Arial"/>
                <a:cs typeface="Arial"/>
              </a:defRPr>
            </a:lvl2pPr>
            <a:lvl3pPr>
              <a:defRPr sz="1950" b="1">
                <a:solidFill>
                  <a:srgbClr val="8EBBEE"/>
                </a:solidFill>
                <a:latin typeface="Arial"/>
                <a:ea typeface="Arial"/>
                <a:cs typeface="Arial"/>
              </a:defRPr>
            </a:lvl3pPr>
            <a:lvl4pPr>
              <a:defRPr sz="1950" b="1">
                <a:solidFill>
                  <a:srgbClr val="8EBBEE"/>
                </a:solidFill>
                <a:latin typeface="Arial"/>
                <a:ea typeface="Arial"/>
                <a:cs typeface="Arial"/>
              </a:defRPr>
            </a:lvl4pPr>
            <a:lvl5pPr>
              <a:defRPr sz="1950" b="1">
                <a:solidFill>
                  <a:srgbClr val="8EBBEE"/>
                </a:solidFill>
                <a:latin typeface="Arial"/>
                <a:ea typeface="Arial"/>
                <a:cs typeface="Arial"/>
              </a:defRPr>
            </a:lvl5pPr>
            <a:lvl6pPr>
              <a:defRPr sz="1950" b="1">
                <a:solidFill>
                  <a:srgbClr val="8EBBEE"/>
                </a:solidFill>
                <a:latin typeface="Arial"/>
                <a:ea typeface="Arial"/>
                <a:cs typeface="Arial"/>
              </a:defRPr>
            </a:lvl6pPr>
            <a:lvl7pPr>
              <a:defRPr sz="1950" b="1">
                <a:solidFill>
                  <a:srgbClr val="8EBBEE"/>
                </a:solidFill>
                <a:latin typeface="Arial"/>
                <a:ea typeface="Arial"/>
                <a:cs typeface="Arial"/>
              </a:defRPr>
            </a:lvl7pPr>
            <a:lvl8pPr>
              <a:defRPr sz="1950" b="1">
                <a:solidFill>
                  <a:srgbClr val="8EBBEE"/>
                </a:solidFill>
                <a:latin typeface="Arial"/>
                <a:ea typeface="Arial"/>
                <a:cs typeface="Arial"/>
              </a:defRPr>
            </a:lvl8pPr>
            <a:lvl9pPr>
              <a:defRPr sz="1950" b="1">
                <a:solidFill>
                  <a:srgbClr val="8EBBEE"/>
                </a:solidFill>
                <a:latin typeface="Arial"/>
                <a:ea typeface="Arial"/>
                <a:cs typeface="Arial"/>
              </a:defRPr>
            </a:lvl9pPr>
          </a:lstStyle>
          <a:p xmlns:a="http://schemas.openxmlformats.org/drawingml/2006/main">
            <a:pPr>
              <a:defRPr sz="1950" b="1">
                <a:solidFill>
                  <a:srgbClr val="8EBBEE"/>
                </a:solidFill>
                <a:latin typeface="Arial"/>
                <a:ea typeface="Arial"/>
                <a:cs typeface="Arial"/>
              </a:defRPr>
            </a:pPr>
            <a:r>
              <a:rPr sz="1950" b="1">
                <a:solidFill>
                  <a:srgbClr val="8EBBEE"/>
                </a:solidFill>
                <a:latin typeface="Arial"/>
                <a:ea typeface="Arial"/>
                <a:cs typeface="Arial"/>
              </a:rPr>
              <a:t>Ақылы ұтыс</a:t>
            </a:r>
          </a:p>
        </p:txBody>
      </p:sp>
      <p:sp>
        <p:nvSpPr>
          <p:cNvPr id="11" name="">
            <a:extLst xmlns:a="http://schemas.openxmlformats.org/drawingml/2006/main">
              <a:ext uri="{FF2B5EF4-FFF2-40B4-BE49-F238E27FC236}">
                <a16:creationId xmlns:a16="http://schemas.microsoft.com/office/drawing/2014/main" id="{45AC0B4A-0E02-4898-B98E-29385DD3CEEF}"/>
              </a:ext>
            </a:extLst>
          </p:cNvPr>
          <p:cNvSpPr>
            <a:spLocks xmlns:a="http://schemas.openxmlformats.org/drawingml/2006/main" noGrp="1"/>
          </p:cNvSpPr>
          <p:nvPr/>
        </p:nvSpPr>
        <p:spPr>
          <a:xfrm xmlns:a="http://schemas.openxmlformats.org/drawingml/2006/main">
            <a:off x="952500" y="52006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ADBDC7"/>
                </a:solidFill>
                <a:latin typeface="Arial"/>
                <a:ea typeface="Arial"/>
                <a:cs typeface="Arial"/>
              </a:defRPr>
            </a:defPPr>
            <a:lvl1pPr>
              <a:defRPr sz="1500" b="0">
                <a:solidFill>
                  <a:srgbClr val="ADBDC7"/>
                </a:solidFill>
                <a:latin typeface="Arial"/>
                <a:ea typeface="Arial"/>
                <a:cs typeface="Arial"/>
              </a:defRPr>
            </a:lvl1pPr>
            <a:lvl2pPr>
              <a:defRPr sz="1500" b="0">
                <a:solidFill>
                  <a:srgbClr val="ADBDC7"/>
                </a:solidFill>
                <a:latin typeface="Arial"/>
                <a:ea typeface="Arial"/>
                <a:cs typeface="Arial"/>
              </a:defRPr>
            </a:lvl2pPr>
            <a:lvl3pPr>
              <a:defRPr sz="1500" b="0">
                <a:solidFill>
                  <a:srgbClr val="ADBDC7"/>
                </a:solidFill>
                <a:latin typeface="Arial"/>
                <a:ea typeface="Arial"/>
                <a:cs typeface="Arial"/>
              </a:defRPr>
            </a:lvl3pPr>
            <a:lvl4pPr>
              <a:defRPr sz="1500" b="0">
                <a:solidFill>
                  <a:srgbClr val="ADBDC7"/>
                </a:solidFill>
                <a:latin typeface="Arial"/>
                <a:ea typeface="Arial"/>
                <a:cs typeface="Arial"/>
              </a:defRPr>
            </a:lvl4pPr>
            <a:lvl5pPr>
              <a:defRPr sz="1500" b="0">
                <a:solidFill>
                  <a:srgbClr val="ADBDC7"/>
                </a:solidFill>
                <a:latin typeface="Arial"/>
                <a:ea typeface="Arial"/>
                <a:cs typeface="Arial"/>
              </a:defRPr>
            </a:lvl5pPr>
            <a:lvl6pPr>
              <a:defRPr sz="1500" b="0">
                <a:solidFill>
                  <a:srgbClr val="ADBDC7"/>
                </a:solidFill>
                <a:latin typeface="Arial"/>
                <a:ea typeface="Arial"/>
                <a:cs typeface="Arial"/>
              </a:defRPr>
            </a:lvl6pPr>
            <a:lvl7pPr>
              <a:defRPr sz="1500" b="0">
                <a:solidFill>
                  <a:srgbClr val="ADBDC7"/>
                </a:solidFill>
                <a:latin typeface="Arial"/>
                <a:ea typeface="Arial"/>
                <a:cs typeface="Arial"/>
              </a:defRPr>
            </a:lvl7pPr>
            <a:lvl8pPr>
              <a:defRPr sz="1500" b="0">
                <a:solidFill>
                  <a:srgbClr val="ADBDC7"/>
                </a:solidFill>
                <a:latin typeface="Arial"/>
                <a:ea typeface="Arial"/>
                <a:cs typeface="Arial"/>
              </a:defRPr>
            </a:lvl8pPr>
            <a:lvl9pPr>
              <a:defRPr sz="1500" b="0">
                <a:solidFill>
                  <a:srgbClr val="ADBDC7"/>
                </a:solidFill>
                <a:latin typeface="Arial"/>
                <a:ea typeface="Arial"/>
                <a:cs typeface="Arial"/>
              </a:defRPr>
            </a:lvl9pPr>
          </a:lstStyle>
          <a:p xmlns:a="http://schemas.openxmlformats.org/drawingml/2006/main">
            <a:pPr>
              <a:defRPr sz="1500" b="0">
                <a:solidFill>
                  <a:srgbClr val="ADBDC7"/>
                </a:solidFill>
                <a:latin typeface="Arial"/>
                <a:ea typeface="Arial"/>
                <a:cs typeface="Arial"/>
              </a:defRPr>
            </a:pPr>
            <a:r>
              <a:rPr sz="1500" b="0">
                <a:solidFill>
                  <a:srgbClr val="ADBDC7"/>
                </a:solidFill>
                <a:latin typeface="Arial"/>
                <a:ea typeface="Arial"/>
                <a:cs typeface="Arial"/>
              </a:rPr>
              <a:t>Түпнұсқа  →  Белгі  →  Тексеру</a:t>
            </a:r>
          </a:p>
        </p:txBody>
      </p:sp>
      <p:sp>
        <p:nvSpPr>
          <p:cNvPr id="12" name="">
            <a:extLst xmlns:a="http://schemas.openxmlformats.org/drawingml/2006/main">
              <a:ext uri="{FF2B5EF4-FFF2-40B4-BE49-F238E27FC236}">
                <a16:creationId xmlns:a16="http://schemas.microsoft.com/office/drawing/2014/main" id="{82447937-0C34-4E2F-A5E1-73F1DEBBD153}"/>
              </a:ext>
            </a:extLst>
          </p:cNvPr>
          <p:cNvSpPr>
            <a:spLocks xmlns:a="http://schemas.openxmlformats.org/drawingml/2006/main" noGrp="1"/>
          </p:cNvSpPr>
          <p:nvPr/>
        </p:nvSpPr>
        <p:spPr>
          <a:xfrm xmlns:a="http://schemas.openxmlformats.org/drawingml/2006/main">
            <a:off x="4324350" y="4772025"/>
            <a:ext cx="38100" cy="781050"/>
          </a:xfrm>
          <a:prstGeom xmlns:a="http://schemas.openxmlformats.org/drawingml/2006/main" prst="rect">
            <a:avLst/>
          </a:prstGeom>
          <a:solidFill xmlns:a="http://schemas.openxmlformats.org/drawingml/2006/main">
            <a:srgbClr val="C3B0F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06BCA2D-5A15-446C-8597-3F1675E4A902}"/>
              </a:ext>
            </a:extLst>
          </p:cNvPr>
          <p:cNvSpPr>
            <a:spLocks xmlns:a="http://schemas.openxmlformats.org/drawingml/2006/main" noGrp="1"/>
          </p:cNvSpPr>
          <p:nvPr/>
        </p:nvSpPr>
        <p:spPr>
          <a:xfrm xmlns:a="http://schemas.openxmlformats.org/drawingml/2006/main">
            <a:off x="4514850" y="47434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C3B0F4"/>
                </a:solidFill>
                <a:latin typeface="Arial"/>
                <a:ea typeface="Arial"/>
                <a:cs typeface="Arial"/>
              </a:defRPr>
            </a:defPPr>
            <a:lvl1pPr>
              <a:defRPr sz="1950" b="1">
                <a:solidFill>
                  <a:srgbClr val="C3B0F4"/>
                </a:solidFill>
                <a:latin typeface="Arial"/>
                <a:ea typeface="Arial"/>
                <a:cs typeface="Arial"/>
              </a:defRPr>
            </a:lvl1pPr>
            <a:lvl2pPr>
              <a:defRPr sz="1950" b="1">
                <a:solidFill>
                  <a:srgbClr val="C3B0F4"/>
                </a:solidFill>
                <a:latin typeface="Arial"/>
                <a:ea typeface="Arial"/>
                <a:cs typeface="Arial"/>
              </a:defRPr>
            </a:lvl2pPr>
            <a:lvl3pPr>
              <a:defRPr sz="1950" b="1">
                <a:solidFill>
                  <a:srgbClr val="C3B0F4"/>
                </a:solidFill>
                <a:latin typeface="Arial"/>
                <a:ea typeface="Arial"/>
                <a:cs typeface="Arial"/>
              </a:defRPr>
            </a:lvl3pPr>
            <a:lvl4pPr>
              <a:defRPr sz="1950" b="1">
                <a:solidFill>
                  <a:srgbClr val="C3B0F4"/>
                </a:solidFill>
                <a:latin typeface="Arial"/>
                <a:ea typeface="Arial"/>
                <a:cs typeface="Arial"/>
              </a:defRPr>
            </a:lvl4pPr>
            <a:lvl5pPr>
              <a:defRPr sz="1950" b="1">
                <a:solidFill>
                  <a:srgbClr val="C3B0F4"/>
                </a:solidFill>
                <a:latin typeface="Arial"/>
                <a:ea typeface="Arial"/>
                <a:cs typeface="Arial"/>
              </a:defRPr>
            </a:lvl5pPr>
            <a:lvl6pPr>
              <a:defRPr sz="1950" b="1">
                <a:solidFill>
                  <a:srgbClr val="C3B0F4"/>
                </a:solidFill>
                <a:latin typeface="Arial"/>
                <a:ea typeface="Arial"/>
                <a:cs typeface="Arial"/>
              </a:defRPr>
            </a:lvl6pPr>
            <a:lvl7pPr>
              <a:defRPr sz="1950" b="1">
                <a:solidFill>
                  <a:srgbClr val="C3B0F4"/>
                </a:solidFill>
                <a:latin typeface="Arial"/>
                <a:ea typeface="Arial"/>
                <a:cs typeface="Arial"/>
              </a:defRPr>
            </a:lvl7pPr>
            <a:lvl8pPr>
              <a:defRPr sz="1950" b="1">
                <a:solidFill>
                  <a:srgbClr val="C3B0F4"/>
                </a:solidFill>
                <a:latin typeface="Arial"/>
                <a:ea typeface="Arial"/>
                <a:cs typeface="Arial"/>
              </a:defRPr>
            </a:lvl8pPr>
            <a:lvl9pPr>
              <a:defRPr sz="1950" b="1">
                <a:solidFill>
                  <a:srgbClr val="C3B0F4"/>
                </a:solidFill>
                <a:latin typeface="Arial"/>
                <a:ea typeface="Arial"/>
                <a:cs typeface="Arial"/>
              </a:defRPr>
            </a:lvl9pPr>
          </a:lstStyle>
          <a:p xmlns:a="http://schemas.openxmlformats.org/drawingml/2006/main">
            <a:pPr>
              <a:defRPr sz="1950" b="1">
                <a:solidFill>
                  <a:srgbClr val="C3B0F4"/>
                </a:solidFill>
                <a:latin typeface="Arial"/>
                <a:ea typeface="Arial"/>
                <a:cs typeface="Arial"/>
              </a:defRPr>
            </a:pPr>
            <a:r>
              <a:rPr sz="1950" b="1">
                <a:solidFill>
                  <a:srgbClr val="C3B0F4"/>
                </a:solidFill>
                <a:latin typeface="Arial"/>
                <a:ea typeface="Arial"/>
                <a:cs typeface="Arial"/>
              </a:rPr>
              <a:t>Казино жарнамасы</a:t>
            </a:r>
          </a:p>
        </p:txBody>
      </p:sp>
      <p:sp>
        <p:nvSpPr>
          <p:cNvPr id="14" name="">
            <a:extLst xmlns:a="http://schemas.openxmlformats.org/drawingml/2006/main">
              <a:ext uri="{FF2B5EF4-FFF2-40B4-BE49-F238E27FC236}">
                <a16:creationId xmlns:a16="http://schemas.microsoft.com/office/drawing/2014/main" id="{50ACE9BA-EEB7-43AB-A8A7-A0B7138B2C4D}"/>
              </a:ext>
            </a:extLst>
          </p:cNvPr>
          <p:cNvSpPr>
            <a:spLocks xmlns:a="http://schemas.openxmlformats.org/drawingml/2006/main" noGrp="1"/>
          </p:cNvSpPr>
          <p:nvPr/>
        </p:nvSpPr>
        <p:spPr>
          <a:xfrm xmlns:a="http://schemas.openxmlformats.org/drawingml/2006/main">
            <a:off x="4514850" y="52006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ADBDC7"/>
                </a:solidFill>
                <a:latin typeface="Arial"/>
                <a:ea typeface="Arial"/>
                <a:cs typeface="Arial"/>
              </a:defRPr>
            </a:defPPr>
            <a:lvl1pPr>
              <a:defRPr sz="1500" b="0">
                <a:solidFill>
                  <a:srgbClr val="ADBDC7"/>
                </a:solidFill>
                <a:latin typeface="Arial"/>
                <a:ea typeface="Arial"/>
                <a:cs typeface="Arial"/>
              </a:defRPr>
            </a:lvl1pPr>
            <a:lvl2pPr>
              <a:defRPr sz="1500" b="0">
                <a:solidFill>
                  <a:srgbClr val="ADBDC7"/>
                </a:solidFill>
                <a:latin typeface="Arial"/>
                <a:ea typeface="Arial"/>
                <a:cs typeface="Arial"/>
              </a:defRPr>
            </a:lvl2pPr>
            <a:lvl3pPr>
              <a:defRPr sz="1500" b="0">
                <a:solidFill>
                  <a:srgbClr val="ADBDC7"/>
                </a:solidFill>
                <a:latin typeface="Arial"/>
                <a:ea typeface="Arial"/>
                <a:cs typeface="Arial"/>
              </a:defRPr>
            </a:lvl3pPr>
            <a:lvl4pPr>
              <a:defRPr sz="1500" b="0">
                <a:solidFill>
                  <a:srgbClr val="ADBDC7"/>
                </a:solidFill>
                <a:latin typeface="Arial"/>
                <a:ea typeface="Arial"/>
                <a:cs typeface="Arial"/>
              </a:defRPr>
            </a:lvl4pPr>
            <a:lvl5pPr>
              <a:defRPr sz="1500" b="0">
                <a:solidFill>
                  <a:srgbClr val="ADBDC7"/>
                </a:solidFill>
                <a:latin typeface="Arial"/>
                <a:ea typeface="Arial"/>
                <a:cs typeface="Arial"/>
              </a:defRPr>
            </a:lvl5pPr>
            <a:lvl6pPr>
              <a:defRPr sz="1500" b="0">
                <a:solidFill>
                  <a:srgbClr val="ADBDC7"/>
                </a:solidFill>
                <a:latin typeface="Arial"/>
                <a:ea typeface="Arial"/>
                <a:cs typeface="Arial"/>
              </a:defRPr>
            </a:lvl6pPr>
            <a:lvl7pPr>
              <a:defRPr sz="1500" b="0">
                <a:solidFill>
                  <a:srgbClr val="ADBDC7"/>
                </a:solidFill>
                <a:latin typeface="Arial"/>
                <a:ea typeface="Arial"/>
                <a:cs typeface="Arial"/>
              </a:defRPr>
            </a:lvl7pPr>
            <a:lvl8pPr>
              <a:defRPr sz="1500" b="0">
                <a:solidFill>
                  <a:srgbClr val="ADBDC7"/>
                </a:solidFill>
                <a:latin typeface="Arial"/>
                <a:ea typeface="Arial"/>
                <a:cs typeface="Arial"/>
              </a:defRPr>
            </a:lvl8pPr>
            <a:lvl9pPr>
              <a:defRPr sz="1500" b="0">
                <a:solidFill>
                  <a:srgbClr val="ADBDC7"/>
                </a:solidFill>
                <a:latin typeface="Arial"/>
                <a:ea typeface="Arial"/>
                <a:cs typeface="Arial"/>
              </a:defRPr>
            </a:lvl9pPr>
          </a:lstStyle>
          <a:p xmlns:a="http://schemas.openxmlformats.org/drawingml/2006/main">
            <a:pPr>
              <a:defRPr sz="1500" b="0">
                <a:solidFill>
                  <a:srgbClr val="ADBDC7"/>
                </a:solidFill>
                <a:latin typeface="Arial"/>
                <a:ea typeface="Arial"/>
                <a:cs typeface="Arial"/>
              </a:defRPr>
            </a:pPr>
            <a:r>
              <a:rPr sz="1500" b="0">
                <a:solidFill>
                  <a:srgbClr val="ADBDC7"/>
                </a:solidFill>
                <a:latin typeface="Arial"/>
                <a:ea typeface="Arial"/>
                <a:cs typeface="Arial"/>
              </a:rPr>
              <a:t>Түпнұсқа  →  Белгі  →  Тексеру</a:t>
            </a:r>
          </a:p>
        </p:txBody>
      </p:sp>
      <p:sp>
        <p:nvSpPr>
          <p:cNvPr id="15" name="">
            <a:extLst xmlns:a="http://schemas.openxmlformats.org/drawingml/2006/main">
              <a:ext uri="{FF2B5EF4-FFF2-40B4-BE49-F238E27FC236}">
                <a16:creationId xmlns:a16="http://schemas.microsoft.com/office/drawing/2014/main" id="{B1A96F44-8076-4CE2-8D57-0531FC43DE1B}"/>
              </a:ext>
            </a:extLst>
          </p:cNvPr>
          <p:cNvSpPr>
            <a:spLocks xmlns:a="http://schemas.openxmlformats.org/drawingml/2006/main" noGrp="1"/>
          </p:cNvSpPr>
          <p:nvPr/>
        </p:nvSpPr>
        <p:spPr>
          <a:xfrm xmlns:a="http://schemas.openxmlformats.org/drawingml/2006/main">
            <a:off x="7886700" y="4772025"/>
            <a:ext cx="38100" cy="781050"/>
          </a:xfrm>
          <a:prstGeom xmlns:a="http://schemas.openxmlformats.org/drawingml/2006/main" prst="rect">
            <a:avLst/>
          </a:prstGeom>
          <a:solidFill xmlns:a="http://schemas.openxmlformats.org/drawingml/2006/main">
            <a:srgbClr val="D8C3A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A50CC71-2185-4C4A-84D7-2905DC2FC999}"/>
              </a:ext>
            </a:extLst>
          </p:cNvPr>
          <p:cNvSpPr>
            <a:spLocks xmlns:a="http://schemas.openxmlformats.org/drawingml/2006/main" noGrp="1"/>
          </p:cNvSpPr>
          <p:nvPr/>
        </p:nvSpPr>
        <p:spPr>
          <a:xfrm xmlns:a="http://schemas.openxmlformats.org/drawingml/2006/main">
            <a:off x="8077200" y="47434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D8C3A1"/>
                </a:solidFill>
                <a:latin typeface="Arial"/>
                <a:ea typeface="Arial"/>
                <a:cs typeface="Arial"/>
              </a:defRPr>
            </a:defPPr>
            <a:lvl1pPr>
              <a:defRPr sz="1950" b="1">
                <a:solidFill>
                  <a:srgbClr val="D8C3A1"/>
                </a:solidFill>
                <a:latin typeface="Arial"/>
                <a:ea typeface="Arial"/>
                <a:cs typeface="Arial"/>
              </a:defRPr>
            </a:lvl1pPr>
            <a:lvl2pPr>
              <a:defRPr sz="1950" b="1">
                <a:solidFill>
                  <a:srgbClr val="D8C3A1"/>
                </a:solidFill>
                <a:latin typeface="Arial"/>
                <a:ea typeface="Arial"/>
                <a:cs typeface="Arial"/>
              </a:defRPr>
            </a:lvl2pPr>
            <a:lvl3pPr>
              <a:defRPr sz="1950" b="1">
                <a:solidFill>
                  <a:srgbClr val="D8C3A1"/>
                </a:solidFill>
                <a:latin typeface="Arial"/>
                <a:ea typeface="Arial"/>
                <a:cs typeface="Arial"/>
              </a:defRPr>
            </a:lvl3pPr>
            <a:lvl4pPr>
              <a:defRPr sz="1950" b="1">
                <a:solidFill>
                  <a:srgbClr val="D8C3A1"/>
                </a:solidFill>
                <a:latin typeface="Arial"/>
                <a:ea typeface="Arial"/>
                <a:cs typeface="Arial"/>
              </a:defRPr>
            </a:lvl4pPr>
            <a:lvl5pPr>
              <a:defRPr sz="1950" b="1">
                <a:solidFill>
                  <a:srgbClr val="D8C3A1"/>
                </a:solidFill>
                <a:latin typeface="Arial"/>
                <a:ea typeface="Arial"/>
                <a:cs typeface="Arial"/>
              </a:defRPr>
            </a:lvl5pPr>
            <a:lvl6pPr>
              <a:defRPr sz="1950" b="1">
                <a:solidFill>
                  <a:srgbClr val="D8C3A1"/>
                </a:solidFill>
                <a:latin typeface="Arial"/>
                <a:ea typeface="Arial"/>
                <a:cs typeface="Arial"/>
              </a:defRPr>
            </a:lvl6pPr>
            <a:lvl7pPr>
              <a:defRPr sz="1950" b="1">
                <a:solidFill>
                  <a:srgbClr val="D8C3A1"/>
                </a:solidFill>
                <a:latin typeface="Arial"/>
                <a:ea typeface="Arial"/>
                <a:cs typeface="Arial"/>
              </a:defRPr>
            </a:lvl7pPr>
            <a:lvl8pPr>
              <a:defRPr sz="1950" b="1">
                <a:solidFill>
                  <a:srgbClr val="D8C3A1"/>
                </a:solidFill>
                <a:latin typeface="Arial"/>
                <a:ea typeface="Arial"/>
                <a:cs typeface="Arial"/>
              </a:defRPr>
            </a:lvl8pPr>
            <a:lvl9pPr>
              <a:defRPr sz="1950" b="1">
                <a:solidFill>
                  <a:srgbClr val="D8C3A1"/>
                </a:solidFill>
                <a:latin typeface="Arial"/>
                <a:ea typeface="Arial"/>
                <a:cs typeface="Arial"/>
              </a:defRPr>
            </a:lvl9pPr>
          </a:lstStyle>
          <a:p xmlns:a="http://schemas.openxmlformats.org/drawingml/2006/main">
            <a:pPr>
              <a:defRPr sz="1950" b="1">
                <a:solidFill>
                  <a:srgbClr val="D8C3A1"/>
                </a:solidFill>
                <a:latin typeface="Arial"/>
                <a:ea typeface="Arial"/>
                <a:cs typeface="Arial"/>
              </a:defRPr>
            </a:pPr>
            <a:r>
              <a:rPr sz="1950" b="1">
                <a:solidFill>
                  <a:srgbClr val="D8C3A1"/>
                </a:solidFill>
                <a:latin typeface="Arial"/>
                <a:ea typeface="Arial"/>
                <a:cs typeface="Arial"/>
              </a:rPr>
              <a:t>Пирамида белгілері</a:t>
            </a:r>
          </a:p>
        </p:txBody>
      </p:sp>
      <p:sp>
        <p:nvSpPr>
          <p:cNvPr id="17" name="">
            <a:extLst xmlns:a="http://schemas.openxmlformats.org/drawingml/2006/main">
              <a:ext uri="{FF2B5EF4-FFF2-40B4-BE49-F238E27FC236}">
                <a16:creationId xmlns:a16="http://schemas.microsoft.com/office/drawing/2014/main" id="{0BDC0275-952C-4662-9B34-C5D01019D009}"/>
              </a:ext>
            </a:extLst>
          </p:cNvPr>
          <p:cNvSpPr>
            <a:spLocks xmlns:a="http://schemas.openxmlformats.org/drawingml/2006/main" noGrp="1"/>
          </p:cNvSpPr>
          <p:nvPr/>
        </p:nvSpPr>
        <p:spPr>
          <a:xfrm xmlns:a="http://schemas.openxmlformats.org/drawingml/2006/main">
            <a:off x="8077200" y="52006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ADBDC7"/>
                </a:solidFill>
                <a:latin typeface="Arial"/>
                <a:ea typeface="Arial"/>
                <a:cs typeface="Arial"/>
              </a:defRPr>
            </a:defPPr>
            <a:lvl1pPr>
              <a:defRPr sz="1500" b="0">
                <a:solidFill>
                  <a:srgbClr val="ADBDC7"/>
                </a:solidFill>
                <a:latin typeface="Arial"/>
                <a:ea typeface="Arial"/>
                <a:cs typeface="Arial"/>
              </a:defRPr>
            </a:lvl1pPr>
            <a:lvl2pPr>
              <a:defRPr sz="1500" b="0">
                <a:solidFill>
                  <a:srgbClr val="ADBDC7"/>
                </a:solidFill>
                <a:latin typeface="Arial"/>
                <a:ea typeface="Arial"/>
                <a:cs typeface="Arial"/>
              </a:defRPr>
            </a:lvl2pPr>
            <a:lvl3pPr>
              <a:defRPr sz="1500" b="0">
                <a:solidFill>
                  <a:srgbClr val="ADBDC7"/>
                </a:solidFill>
                <a:latin typeface="Arial"/>
                <a:ea typeface="Arial"/>
                <a:cs typeface="Arial"/>
              </a:defRPr>
            </a:lvl3pPr>
            <a:lvl4pPr>
              <a:defRPr sz="1500" b="0">
                <a:solidFill>
                  <a:srgbClr val="ADBDC7"/>
                </a:solidFill>
                <a:latin typeface="Arial"/>
                <a:ea typeface="Arial"/>
                <a:cs typeface="Arial"/>
              </a:defRPr>
            </a:lvl4pPr>
            <a:lvl5pPr>
              <a:defRPr sz="1500" b="0">
                <a:solidFill>
                  <a:srgbClr val="ADBDC7"/>
                </a:solidFill>
                <a:latin typeface="Arial"/>
                <a:ea typeface="Arial"/>
                <a:cs typeface="Arial"/>
              </a:defRPr>
            </a:lvl5pPr>
            <a:lvl6pPr>
              <a:defRPr sz="1500" b="0">
                <a:solidFill>
                  <a:srgbClr val="ADBDC7"/>
                </a:solidFill>
                <a:latin typeface="Arial"/>
                <a:ea typeface="Arial"/>
                <a:cs typeface="Arial"/>
              </a:defRPr>
            </a:lvl6pPr>
            <a:lvl7pPr>
              <a:defRPr sz="1500" b="0">
                <a:solidFill>
                  <a:srgbClr val="ADBDC7"/>
                </a:solidFill>
                <a:latin typeface="Arial"/>
                <a:ea typeface="Arial"/>
                <a:cs typeface="Arial"/>
              </a:defRPr>
            </a:lvl7pPr>
            <a:lvl8pPr>
              <a:defRPr sz="1500" b="0">
                <a:solidFill>
                  <a:srgbClr val="ADBDC7"/>
                </a:solidFill>
                <a:latin typeface="Arial"/>
                <a:ea typeface="Arial"/>
                <a:cs typeface="Arial"/>
              </a:defRPr>
            </a:lvl8pPr>
            <a:lvl9pPr>
              <a:defRPr sz="1500" b="0">
                <a:solidFill>
                  <a:srgbClr val="ADBDC7"/>
                </a:solidFill>
                <a:latin typeface="Arial"/>
                <a:ea typeface="Arial"/>
                <a:cs typeface="Arial"/>
              </a:defRPr>
            </a:lvl9pPr>
          </a:lstStyle>
          <a:p xmlns:a="http://schemas.openxmlformats.org/drawingml/2006/main">
            <a:pPr>
              <a:defRPr sz="1500" b="0">
                <a:solidFill>
                  <a:srgbClr val="ADBDC7"/>
                </a:solidFill>
                <a:latin typeface="Arial"/>
                <a:ea typeface="Arial"/>
                <a:cs typeface="Arial"/>
              </a:defRPr>
            </a:pPr>
            <a:r>
              <a:rPr sz="1500" b="0">
                <a:solidFill>
                  <a:srgbClr val="ADBDC7"/>
                </a:solidFill>
                <a:latin typeface="Arial"/>
                <a:ea typeface="Arial"/>
                <a:cs typeface="Arial"/>
              </a:rPr>
              <a:t>Түпнұсқа  →  Белгі  →  Тексеру</a:t>
            </a:r>
          </a:p>
        </p:txBody>
      </p:sp>
      <p:sp>
        <p:nvSpPr>
          <p:cNvPr id="18" name="">
            <a:extLst xmlns:a="http://schemas.openxmlformats.org/drawingml/2006/main">
              <a:ext uri="{FF2B5EF4-FFF2-40B4-BE49-F238E27FC236}">
                <a16:creationId xmlns:a16="http://schemas.microsoft.com/office/drawing/2014/main" id="{9F59BC12-2C46-42DF-9870-65FF4D4975A1}"/>
              </a:ext>
            </a:extLst>
          </p:cNvPr>
          <p:cNvSpPr>
            <a:spLocks xmlns:a="http://schemas.openxmlformats.org/drawingml/2006/main" noGrp="1"/>
          </p:cNvSpPr>
          <p:nvPr/>
        </p:nvSpPr>
        <p:spPr>
          <a:xfrm xmlns:a="http://schemas.openxmlformats.org/drawingml/2006/main">
            <a:off x="533400" y="6267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6DBC4"/>
                </a:solidFill>
                <a:latin typeface="Arial"/>
                <a:ea typeface="Arial"/>
                <a:cs typeface="Arial"/>
              </a:defRPr>
            </a:defPPr>
            <a:lvl1pPr>
              <a:defRPr sz="1725" b="0">
                <a:solidFill>
                  <a:srgbClr val="46DBC4"/>
                </a:solidFill>
                <a:latin typeface="Arial"/>
                <a:ea typeface="Arial"/>
                <a:cs typeface="Arial"/>
              </a:defRPr>
            </a:lvl1pPr>
            <a:lvl2pPr>
              <a:defRPr sz="1725" b="0">
                <a:solidFill>
                  <a:srgbClr val="46DBC4"/>
                </a:solidFill>
                <a:latin typeface="Arial"/>
                <a:ea typeface="Arial"/>
                <a:cs typeface="Arial"/>
              </a:defRPr>
            </a:lvl2pPr>
            <a:lvl3pPr>
              <a:defRPr sz="1725" b="0">
                <a:solidFill>
                  <a:srgbClr val="46DBC4"/>
                </a:solidFill>
                <a:latin typeface="Arial"/>
                <a:ea typeface="Arial"/>
                <a:cs typeface="Arial"/>
              </a:defRPr>
            </a:lvl3pPr>
            <a:lvl4pPr>
              <a:defRPr sz="1725" b="0">
                <a:solidFill>
                  <a:srgbClr val="46DBC4"/>
                </a:solidFill>
                <a:latin typeface="Arial"/>
                <a:ea typeface="Arial"/>
                <a:cs typeface="Arial"/>
              </a:defRPr>
            </a:lvl4pPr>
            <a:lvl5pPr>
              <a:defRPr sz="1725" b="0">
                <a:solidFill>
                  <a:srgbClr val="46DBC4"/>
                </a:solidFill>
                <a:latin typeface="Arial"/>
                <a:ea typeface="Arial"/>
                <a:cs typeface="Arial"/>
              </a:defRPr>
            </a:lvl5pPr>
            <a:lvl6pPr>
              <a:defRPr sz="1725" b="0">
                <a:solidFill>
                  <a:srgbClr val="46DBC4"/>
                </a:solidFill>
                <a:latin typeface="Arial"/>
                <a:ea typeface="Arial"/>
                <a:cs typeface="Arial"/>
              </a:defRPr>
            </a:lvl6pPr>
            <a:lvl7pPr>
              <a:defRPr sz="1725" b="0">
                <a:solidFill>
                  <a:srgbClr val="46DBC4"/>
                </a:solidFill>
                <a:latin typeface="Arial"/>
                <a:ea typeface="Arial"/>
                <a:cs typeface="Arial"/>
              </a:defRPr>
            </a:lvl7pPr>
            <a:lvl8pPr>
              <a:defRPr sz="1725" b="0">
                <a:solidFill>
                  <a:srgbClr val="46DBC4"/>
                </a:solidFill>
                <a:latin typeface="Arial"/>
                <a:ea typeface="Arial"/>
                <a:cs typeface="Arial"/>
              </a:defRPr>
            </a:lvl8pPr>
            <a:lvl9pPr>
              <a:defRPr sz="1725" b="0">
                <a:solidFill>
                  <a:srgbClr val="46DBC4"/>
                </a:solidFill>
                <a:latin typeface="Arial"/>
                <a:ea typeface="Arial"/>
                <a:cs typeface="Arial"/>
              </a:defRPr>
            </a:lvl9pPr>
          </a:lstStyle>
          <a:p xmlns:a="http://schemas.openxmlformats.org/drawingml/2006/main">
            <a:pPr>
              <a:defRPr sz="1725" b="0">
                <a:solidFill>
                  <a:srgbClr val="46DBC4"/>
                </a:solidFill>
                <a:latin typeface="Arial"/>
                <a:ea typeface="Arial"/>
                <a:cs typeface="Arial"/>
              </a:defRPr>
            </a:pPr>
            <a:r>
              <a:rPr sz="1725" b="0">
                <a:solidFill>
                  <a:srgbClr val="46DBC4"/>
                </a:solidFill>
                <a:latin typeface="Arial"/>
                <a:ea typeface="Arial"/>
                <a:cs typeface="Arial"/>
              </a:rPr>
              <a:t>Жүйе белгілерді анықтайды. Соңғы шешімді адам қабылдайды.</a:t>
            </a:r>
          </a:p>
        </p:txBody>
      </p:sp>
      <p:sp>
        <p:nvSpPr>
          <p:cNvPr id="19" name="">
            <a:extLst xmlns:a="http://schemas.openxmlformats.org/drawingml/2006/main">
              <a:ext uri="{FF2B5EF4-FFF2-40B4-BE49-F238E27FC236}">
                <a16:creationId xmlns:a16="http://schemas.microsoft.com/office/drawing/2014/main" id="{E14286E7-1A76-4962-A8FF-9AACC874E615}"/>
              </a:ext>
            </a:extLst>
          </p:cNvPr>
          <p:cNvSpPr>
            <a:spLocks xmlns:a="http://schemas.openxmlformats.org/drawingml/2006/main" noGrp="1"/>
          </p:cNvSpPr>
          <p:nvPr/>
        </p:nvSpPr>
        <p:spPr>
          <a:xfrm xmlns:a="http://schemas.openxmlformats.org/drawingml/2006/main">
            <a:off x="10858500" y="3429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01 / 08</a:t>
            </a:r>
          </a:p>
        </p:txBody>
      </p:sp>
    </p:spTree>
    <p:extLst>
      <p:ext uri="{BB962C8B-B14F-4D97-AF65-F5344CB8AC3E}">
        <p14:creationId xmlns:p14="http://schemas.microsoft.com/office/powerpoint/2010/main" val="1287528872"/>
      </p:ext>
    </p:extLst>
  </p:cSld>
</p:sld>
</file>

<file path=ppt/slides/slide2.xml><?xml version="1.0" encoding="utf-8"?>
<p:sld xmlns:p="http://schemas.openxmlformats.org/presentationml/2006/main">
  <p:cSld>
    <p:bg>
      <p:bgPr>
        <a:solidFill xmlns:a="http://schemas.openxmlformats.org/drawingml/2006/main">
          <a:srgbClr val="10171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27E357A-A66D-4746-9292-F2BADE6F2E34}"/>
              </a:ext>
            </a:extLst>
          </p:cNvPr>
          <p:cNvSpPr>
            <a:spLocks xmlns:a="http://schemas.openxmlformats.org/drawingml/2006/main" noGrp="1"/>
          </p:cNvSpPr>
          <p:nvPr/>
        </p:nvSpPr>
        <p:spPr>
          <a:xfrm xmlns:a="http://schemas.openxmlformats.org/drawingml/2006/main">
            <a:off x="533400" y="428625"/>
            <a:ext cx="342900" cy="38100"/>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4081A7-EC07-4847-B9FF-571EB6CF1D7F}"/>
              </a:ext>
            </a:extLst>
          </p:cNvPr>
          <p:cNvSpPr>
            <a:spLocks xmlns:a="http://schemas.openxmlformats.org/drawingml/2006/main" noGrp="1"/>
          </p:cNvSpPr>
          <p:nvPr/>
        </p:nvSpPr>
        <p:spPr>
          <a:xfrm xmlns:a="http://schemas.openxmlformats.org/drawingml/2006/main">
            <a:off x="10287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01  /  БІРТҰТАС ТӘСІЛ</a:t>
            </a:r>
          </a:p>
        </p:txBody>
      </p:sp>
      <p:sp>
        <p:nvSpPr>
          <p:cNvPr id="4" name="">
            <a:extLst xmlns:a="http://schemas.openxmlformats.org/drawingml/2006/main">
              <a:ext uri="{FF2B5EF4-FFF2-40B4-BE49-F238E27FC236}">
                <a16:creationId xmlns:a16="http://schemas.microsoft.com/office/drawing/2014/main" id="{3BE51F1F-8417-48E8-9B81-26BF2EA944EA}"/>
              </a:ext>
            </a:extLst>
          </p:cNvPr>
          <p:cNvSpPr>
            <a:spLocks xmlns:a="http://schemas.openxmlformats.org/drawingml/2006/main" noGrp="1"/>
          </p:cNvSpPr>
          <p:nvPr/>
        </p:nvSpPr>
        <p:spPr>
          <a:xfrm xmlns:a="http://schemas.openxmlformats.org/drawingml/2006/main">
            <a:off x="10858500" y="2667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02 / 08</a:t>
            </a:r>
          </a:p>
        </p:txBody>
      </p:sp>
      <p:sp>
        <p:nvSpPr>
          <p:cNvPr id="5" name="">
            <a:extLst xmlns:a="http://schemas.openxmlformats.org/drawingml/2006/main">
              <a:ext uri="{FF2B5EF4-FFF2-40B4-BE49-F238E27FC236}">
                <a16:creationId xmlns:a16="http://schemas.microsoft.com/office/drawing/2014/main" id="{32362A74-DB33-41AB-8231-5CDD13242D87}"/>
              </a:ext>
            </a:extLst>
          </p:cNvPr>
          <p:cNvSpPr>
            <a:spLocks xmlns:a="http://schemas.openxmlformats.org/drawingml/2006/main" noGrp="1"/>
          </p:cNvSpPr>
          <p:nvPr/>
        </p:nvSpPr>
        <p:spPr>
          <a:xfrm xmlns:a="http://schemas.openxmlformats.org/drawingml/2006/main">
            <a:off x="533400" y="8001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F0F5F5"/>
                </a:solidFill>
                <a:latin typeface="Arial"/>
                <a:ea typeface="Arial"/>
                <a:cs typeface="Arial"/>
              </a:defRPr>
            </a:defPPr>
            <a:lvl1pPr>
              <a:defRPr sz="3300" b="1">
                <a:solidFill>
                  <a:srgbClr val="F0F5F5"/>
                </a:solidFill>
                <a:latin typeface="Arial"/>
                <a:ea typeface="Arial"/>
                <a:cs typeface="Arial"/>
              </a:defRPr>
            </a:lvl1pPr>
            <a:lvl2pPr>
              <a:defRPr sz="3300" b="1">
                <a:solidFill>
                  <a:srgbClr val="F0F5F5"/>
                </a:solidFill>
                <a:latin typeface="Arial"/>
                <a:ea typeface="Arial"/>
                <a:cs typeface="Arial"/>
              </a:defRPr>
            </a:lvl2pPr>
            <a:lvl3pPr>
              <a:defRPr sz="3300" b="1">
                <a:solidFill>
                  <a:srgbClr val="F0F5F5"/>
                </a:solidFill>
                <a:latin typeface="Arial"/>
                <a:ea typeface="Arial"/>
                <a:cs typeface="Arial"/>
              </a:defRPr>
            </a:lvl3pPr>
            <a:lvl4pPr>
              <a:defRPr sz="3300" b="1">
                <a:solidFill>
                  <a:srgbClr val="F0F5F5"/>
                </a:solidFill>
                <a:latin typeface="Arial"/>
                <a:ea typeface="Arial"/>
                <a:cs typeface="Arial"/>
              </a:defRPr>
            </a:lvl4pPr>
            <a:lvl5pPr>
              <a:defRPr sz="3300" b="1">
                <a:solidFill>
                  <a:srgbClr val="F0F5F5"/>
                </a:solidFill>
                <a:latin typeface="Arial"/>
                <a:ea typeface="Arial"/>
                <a:cs typeface="Arial"/>
              </a:defRPr>
            </a:lvl5pPr>
            <a:lvl6pPr>
              <a:defRPr sz="3300" b="1">
                <a:solidFill>
                  <a:srgbClr val="F0F5F5"/>
                </a:solidFill>
                <a:latin typeface="Arial"/>
                <a:ea typeface="Arial"/>
                <a:cs typeface="Arial"/>
              </a:defRPr>
            </a:lvl6pPr>
            <a:lvl7pPr>
              <a:defRPr sz="3300" b="1">
                <a:solidFill>
                  <a:srgbClr val="F0F5F5"/>
                </a:solidFill>
                <a:latin typeface="Arial"/>
                <a:ea typeface="Arial"/>
                <a:cs typeface="Arial"/>
              </a:defRPr>
            </a:lvl7pPr>
            <a:lvl8pPr>
              <a:defRPr sz="3300" b="1">
                <a:solidFill>
                  <a:srgbClr val="F0F5F5"/>
                </a:solidFill>
                <a:latin typeface="Arial"/>
                <a:ea typeface="Arial"/>
                <a:cs typeface="Arial"/>
              </a:defRPr>
            </a:lvl8pPr>
            <a:lvl9pPr>
              <a:defRPr sz="3300" b="1">
                <a:solidFill>
                  <a:srgbClr val="F0F5F5"/>
                </a:solidFill>
                <a:latin typeface="Arial"/>
                <a:ea typeface="Arial"/>
                <a:cs typeface="Arial"/>
              </a:defRPr>
            </a:lvl9pPr>
          </a:lstStyle>
          <a:p xmlns:a="http://schemas.openxmlformats.org/drawingml/2006/main">
            <a:pPr>
              <a:defRPr sz="3300" b="1">
                <a:solidFill>
                  <a:srgbClr val="F0F5F5"/>
                </a:solidFill>
                <a:latin typeface="Arial"/>
                <a:ea typeface="Arial"/>
                <a:cs typeface="Arial"/>
              </a:defRPr>
            </a:pPr>
            <a:r>
              <a:rPr sz="3300" b="1">
                <a:solidFill>
                  <a:srgbClr val="F0F5F5"/>
                </a:solidFill>
                <a:latin typeface="Arial"/>
                <a:ea typeface="Arial"/>
                <a:cs typeface="Arial"/>
              </a:rPr>
              <a:t>Үш қауіп — бір платформа</a:t>
            </a:r>
          </a:p>
        </p:txBody>
      </p:sp>
      <p:sp>
        <p:nvSpPr>
          <p:cNvPr id="6" name="">
            <a:extLst xmlns:a="http://schemas.openxmlformats.org/drawingml/2006/main">
              <a:ext uri="{FF2B5EF4-FFF2-40B4-BE49-F238E27FC236}">
                <a16:creationId xmlns:a16="http://schemas.microsoft.com/office/drawing/2014/main" id="{AA608108-2AAE-4706-9E53-F6B5662D014D}"/>
              </a:ext>
            </a:extLst>
          </p:cNvPr>
          <p:cNvSpPr>
            <a:spLocks xmlns:a="http://schemas.openxmlformats.org/drawingml/2006/main" noGrp="1"/>
          </p:cNvSpPr>
          <p:nvPr/>
        </p:nvSpPr>
        <p:spPr>
          <a:xfrm xmlns:a="http://schemas.openxmlformats.org/drawingml/2006/main">
            <a:off x="552450" y="158115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ADBDC7"/>
                </a:solidFill>
                <a:latin typeface="Arial"/>
                <a:ea typeface="Arial"/>
                <a:cs typeface="Arial"/>
              </a:defRPr>
            </a:defPPr>
            <a:lvl1pPr>
              <a:defRPr sz="1950" b="0">
                <a:solidFill>
                  <a:srgbClr val="ADBDC7"/>
                </a:solidFill>
                <a:latin typeface="Arial"/>
                <a:ea typeface="Arial"/>
                <a:cs typeface="Arial"/>
              </a:defRPr>
            </a:lvl1pPr>
            <a:lvl2pPr>
              <a:defRPr sz="1950" b="0">
                <a:solidFill>
                  <a:srgbClr val="ADBDC7"/>
                </a:solidFill>
                <a:latin typeface="Arial"/>
                <a:ea typeface="Arial"/>
                <a:cs typeface="Arial"/>
              </a:defRPr>
            </a:lvl2pPr>
            <a:lvl3pPr>
              <a:defRPr sz="1950" b="0">
                <a:solidFill>
                  <a:srgbClr val="ADBDC7"/>
                </a:solidFill>
                <a:latin typeface="Arial"/>
                <a:ea typeface="Arial"/>
                <a:cs typeface="Arial"/>
              </a:defRPr>
            </a:lvl3pPr>
            <a:lvl4pPr>
              <a:defRPr sz="1950" b="0">
                <a:solidFill>
                  <a:srgbClr val="ADBDC7"/>
                </a:solidFill>
                <a:latin typeface="Arial"/>
                <a:ea typeface="Arial"/>
                <a:cs typeface="Arial"/>
              </a:defRPr>
            </a:lvl4pPr>
            <a:lvl5pPr>
              <a:defRPr sz="1950" b="0">
                <a:solidFill>
                  <a:srgbClr val="ADBDC7"/>
                </a:solidFill>
                <a:latin typeface="Arial"/>
                <a:ea typeface="Arial"/>
                <a:cs typeface="Arial"/>
              </a:defRPr>
            </a:lvl5pPr>
            <a:lvl6pPr>
              <a:defRPr sz="1950" b="0">
                <a:solidFill>
                  <a:srgbClr val="ADBDC7"/>
                </a:solidFill>
                <a:latin typeface="Arial"/>
                <a:ea typeface="Arial"/>
                <a:cs typeface="Arial"/>
              </a:defRPr>
            </a:lvl6pPr>
            <a:lvl7pPr>
              <a:defRPr sz="1950" b="0">
                <a:solidFill>
                  <a:srgbClr val="ADBDC7"/>
                </a:solidFill>
                <a:latin typeface="Arial"/>
                <a:ea typeface="Arial"/>
                <a:cs typeface="Arial"/>
              </a:defRPr>
            </a:lvl7pPr>
            <a:lvl8pPr>
              <a:defRPr sz="1950" b="0">
                <a:solidFill>
                  <a:srgbClr val="ADBDC7"/>
                </a:solidFill>
                <a:latin typeface="Arial"/>
                <a:ea typeface="Arial"/>
                <a:cs typeface="Arial"/>
              </a:defRPr>
            </a:lvl8pPr>
            <a:lvl9pPr>
              <a:defRPr sz="1950" b="0">
                <a:solidFill>
                  <a:srgbClr val="ADBDC7"/>
                </a:solidFill>
                <a:latin typeface="Arial"/>
                <a:ea typeface="Arial"/>
                <a:cs typeface="Arial"/>
              </a:defRPr>
            </a:lvl9pPr>
          </a:lstStyle>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Әр бағыттың белгісі бөлек. Аналитиктің жұмыс тәртібі — ортақ.</a:t>
            </a:r>
          </a:p>
        </p:txBody>
      </p:sp>
      <p:sp>
        <p:nvSpPr>
          <p:cNvPr id="7" name="">
            <a:extLst xmlns:a="http://schemas.openxmlformats.org/drawingml/2006/main">
              <a:ext uri="{FF2B5EF4-FFF2-40B4-BE49-F238E27FC236}">
                <a16:creationId xmlns:a16="http://schemas.microsoft.com/office/drawing/2014/main" id="{B78E44FF-1231-4CCE-963F-06CAB47B7415}"/>
              </a:ext>
            </a:extLst>
          </p:cNvPr>
          <p:cNvSpPr>
            <a:spLocks xmlns:a="http://schemas.openxmlformats.org/drawingml/2006/main" noGrp="1"/>
          </p:cNvSpPr>
          <p:nvPr/>
        </p:nvSpPr>
        <p:spPr>
          <a:xfrm xmlns:a="http://schemas.openxmlformats.org/drawingml/2006/main">
            <a:off x="533400" y="2400300"/>
            <a:ext cx="3505200" cy="9525"/>
          </a:xfrm>
          <a:prstGeom xmlns:a="http://schemas.openxmlformats.org/drawingml/2006/main" prst="rect">
            <a:avLst/>
          </a:prstGeom>
          <a:solidFill xmlns:a="http://schemas.openxmlformats.org/drawingml/2006/main">
            <a:srgbClr val="8EBB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9AE66A7-8352-49B0-A87E-B70397373D67}"/>
              </a:ext>
            </a:extLst>
          </p:cNvPr>
          <p:cNvSpPr>
            <a:spLocks xmlns:a="http://schemas.openxmlformats.org/drawingml/2006/main" noGrp="1"/>
          </p:cNvSpPr>
          <p:nvPr/>
        </p:nvSpPr>
        <p:spPr>
          <a:xfrm xmlns:a="http://schemas.openxmlformats.org/drawingml/2006/main">
            <a:off x="533400" y="25527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75" b="0">
                <a:solidFill>
                  <a:srgbClr val="8EBBEE"/>
                </a:solidFill>
                <a:latin typeface="Arial"/>
                <a:ea typeface="Arial"/>
                <a:cs typeface="Arial"/>
              </a:defRPr>
            </a:defPPr>
            <a:lvl1pPr>
              <a:defRPr sz="2475" b="0">
                <a:solidFill>
                  <a:srgbClr val="8EBBEE"/>
                </a:solidFill>
                <a:latin typeface="Arial"/>
                <a:ea typeface="Arial"/>
                <a:cs typeface="Arial"/>
              </a:defRPr>
            </a:lvl1pPr>
            <a:lvl2pPr>
              <a:defRPr sz="2475" b="0">
                <a:solidFill>
                  <a:srgbClr val="8EBBEE"/>
                </a:solidFill>
                <a:latin typeface="Arial"/>
                <a:ea typeface="Arial"/>
                <a:cs typeface="Arial"/>
              </a:defRPr>
            </a:lvl2pPr>
            <a:lvl3pPr>
              <a:defRPr sz="2475" b="0">
                <a:solidFill>
                  <a:srgbClr val="8EBBEE"/>
                </a:solidFill>
                <a:latin typeface="Arial"/>
                <a:ea typeface="Arial"/>
                <a:cs typeface="Arial"/>
              </a:defRPr>
            </a:lvl3pPr>
            <a:lvl4pPr>
              <a:defRPr sz="2475" b="0">
                <a:solidFill>
                  <a:srgbClr val="8EBBEE"/>
                </a:solidFill>
                <a:latin typeface="Arial"/>
                <a:ea typeface="Arial"/>
                <a:cs typeface="Arial"/>
              </a:defRPr>
            </a:lvl4pPr>
            <a:lvl5pPr>
              <a:defRPr sz="2475" b="0">
                <a:solidFill>
                  <a:srgbClr val="8EBBEE"/>
                </a:solidFill>
                <a:latin typeface="Arial"/>
                <a:ea typeface="Arial"/>
                <a:cs typeface="Arial"/>
              </a:defRPr>
            </a:lvl5pPr>
            <a:lvl6pPr>
              <a:defRPr sz="2475" b="0">
                <a:solidFill>
                  <a:srgbClr val="8EBBEE"/>
                </a:solidFill>
                <a:latin typeface="Arial"/>
                <a:ea typeface="Arial"/>
                <a:cs typeface="Arial"/>
              </a:defRPr>
            </a:lvl6pPr>
            <a:lvl7pPr>
              <a:defRPr sz="2475" b="0">
                <a:solidFill>
                  <a:srgbClr val="8EBBEE"/>
                </a:solidFill>
                <a:latin typeface="Arial"/>
                <a:ea typeface="Arial"/>
                <a:cs typeface="Arial"/>
              </a:defRPr>
            </a:lvl7pPr>
            <a:lvl8pPr>
              <a:defRPr sz="2475" b="0">
                <a:solidFill>
                  <a:srgbClr val="8EBBEE"/>
                </a:solidFill>
                <a:latin typeface="Arial"/>
                <a:ea typeface="Arial"/>
                <a:cs typeface="Arial"/>
              </a:defRPr>
            </a:lvl8pPr>
            <a:lvl9pPr>
              <a:defRPr sz="2475" b="0">
                <a:solidFill>
                  <a:srgbClr val="8EBBEE"/>
                </a:solidFill>
                <a:latin typeface="Arial"/>
                <a:ea typeface="Arial"/>
                <a:cs typeface="Arial"/>
              </a:defRPr>
            </a:lvl9pPr>
          </a:lstStyle>
          <a:p xmlns:a="http://schemas.openxmlformats.org/drawingml/2006/main">
            <a:pPr>
              <a:defRPr sz="2475" b="0">
                <a:solidFill>
                  <a:srgbClr val="8EBBEE"/>
                </a:solidFill>
                <a:latin typeface="Arial"/>
                <a:ea typeface="Arial"/>
                <a:cs typeface="Arial"/>
              </a:defRPr>
            </a:pPr>
            <a:r>
              <a:rPr sz="2475" b="0">
                <a:solidFill>
                  <a:srgbClr val="8EBBEE"/>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1FC9E248-345F-4E95-AEA0-E4B1330D5B7F}"/>
              </a:ext>
            </a:extLst>
          </p:cNvPr>
          <p:cNvSpPr>
            <a:spLocks xmlns:a="http://schemas.openxmlformats.org/drawingml/2006/main" noGrp="1"/>
          </p:cNvSpPr>
          <p:nvPr/>
        </p:nvSpPr>
        <p:spPr>
          <a:xfrm xmlns:a="http://schemas.openxmlformats.org/drawingml/2006/main">
            <a:off x="533400" y="3143250"/>
            <a:ext cx="350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F0F5F5"/>
                </a:solidFill>
                <a:latin typeface="Arial"/>
                <a:ea typeface="Arial"/>
                <a:cs typeface="Arial"/>
              </a:defRPr>
            </a:defPPr>
            <a:lvl1pPr>
              <a:defRPr sz="2250" b="1">
                <a:solidFill>
                  <a:srgbClr val="F0F5F5"/>
                </a:solidFill>
                <a:latin typeface="Arial"/>
                <a:ea typeface="Arial"/>
                <a:cs typeface="Arial"/>
              </a:defRPr>
            </a:lvl1pPr>
            <a:lvl2pPr>
              <a:defRPr sz="2250" b="1">
                <a:solidFill>
                  <a:srgbClr val="F0F5F5"/>
                </a:solidFill>
                <a:latin typeface="Arial"/>
                <a:ea typeface="Arial"/>
                <a:cs typeface="Arial"/>
              </a:defRPr>
            </a:lvl2pPr>
            <a:lvl3pPr>
              <a:defRPr sz="2250" b="1">
                <a:solidFill>
                  <a:srgbClr val="F0F5F5"/>
                </a:solidFill>
                <a:latin typeface="Arial"/>
                <a:ea typeface="Arial"/>
                <a:cs typeface="Arial"/>
              </a:defRPr>
            </a:lvl3pPr>
            <a:lvl4pPr>
              <a:defRPr sz="2250" b="1">
                <a:solidFill>
                  <a:srgbClr val="F0F5F5"/>
                </a:solidFill>
                <a:latin typeface="Arial"/>
                <a:ea typeface="Arial"/>
                <a:cs typeface="Arial"/>
              </a:defRPr>
            </a:lvl4pPr>
            <a:lvl5pPr>
              <a:defRPr sz="2250" b="1">
                <a:solidFill>
                  <a:srgbClr val="F0F5F5"/>
                </a:solidFill>
                <a:latin typeface="Arial"/>
                <a:ea typeface="Arial"/>
                <a:cs typeface="Arial"/>
              </a:defRPr>
            </a:lvl5pPr>
            <a:lvl6pPr>
              <a:defRPr sz="2250" b="1">
                <a:solidFill>
                  <a:srgbClr val="F0F5F5"/>
                </a:solidFill>
                <a:latin typeface="Arial"/>
                <a:ea typeface="Arial"/>
                <a:cs typeface="Arial"/>
              </a:defRPr>
            </a:lvl6pPr>
            <a:lvl7pPr>
              <a:defRPr sz="2250" b="1">
                <a:solidFill>
                  <a:srgbClr val="F0F5F5"/>
                </a:solidFill>
                <a:latin typeface="Arial"/>
                <a:ea typeface="Arial"/>
                <a:cs typeface="Arial"/>
              </a:defRPr>
            </a:lvl7pPr>
            <a:lvl8pPr>
              <a:defRPr sz="2250" b="1">
                <a:solidFill>
                  <a:srgbClr val="F0F5F5"/>
                </a:solidFill>
                <a:latin typeface="Arial"/>
                <a:ea typeface="Arial"/>
                <a:cs typeface="Arial"/>
              </a:defRPr>
            </a:lvl8pPr>
            <a:lvl9pPr>
              <a:defRPr sz="2250" b="1">
                <a:solidFill>
                  <a:srgbClr val="F0F5F5"/>
                </a:solidFill>
                <a:latin typeface="Arial"/>
                <a:ea typeface="Arial"/>
                <a:cs typeface="Arial"/>
              </a:defRPr>
            </a:lvl9pPr>
          </a:lstStyle>
          <a:p xmlns:a="http://schemas.openxmlformats.org/drawingml/2006/main">
            <a:pPr>
              <a:defRPr sz="2250" b="1">
                <a:solidFill>
                  <a:srgbClr val="F0F5F5"/>
                </a:solidFill>
                <a:latin typeface="Arial"/>
                <a:ea typeface="Arial"/>
                <a:cs typeface="Arial"/>
              </a:defRPr>
            </a:pPr>
            <a:r>
              <a:rPr sz="2250" b="1">
                <a:solidFill>
                  <a:srgbClr val="F0F5F5"/>
                </a:solidFill>
                <a:latin typeface="Arial"/>
                <a:ea typeface="Arial"/>
                <a:cs typeface="Arial"/>
              </a:rPr>
              <a:t>Ақылы ұтыс</a:t>
            </a:r>
          </a:p>
          <a:p xmlns:a="http://schemas.openxmlformats.org/drawingml/2006/main">
            <a:pPr>
              <a:defRPr sz="2250" b="1">
                <a:solidFill>
                  <a:srgbClr val="F0F5F5"/>
                </a:solidFill>
                <a:latin typeface="Arial"/>
                <a:ea typeface="Arial"/>
                <a:cs typeface="Arial"/>
              </a:defRPr>
            </a:pPr>
            <a:r>
              <a:rPr sz="2250" b="1">
                <a:solidFill>
                  <a:srgbClr val="F0F5F5"/>
                </a:solidFill>
                <a:latin typeface="Arial"/>
                <a:ea typeface="Arial"/>
                <a:cs typeface="Arial"/>
              </a:rPr>
              <a:t>ойындары</a:t>
            </a:r>
          </a:p>
        </p:txBody>
      </p:sp>
      <p:sp>
        <p:nvSpPr>
          <p:cNvPr id="10" name="">
            <a:extLst xmlns:a="http://schemas.openxmlformats.org/drawingml/2006/main">
              <a:ext uri="{FF2B5EF4-FFF2-40B4-BE49-F238E27FC236}">
                <a16:creationId xmlns:a16="http://schemas.microsoft.com/office/drawing/2014/main" id="{B4E31537-1DC7-4B18-A303-0CEC76D1C309}"/>
              </a:ext>
            </a:extLst>
          </p:cNvPr>
          <p:cNvSpPr>
            <a:spLocks xmlns:a="http://schemas.openxmlformats.org/drawingml/2006/main" noGrp="1"/>
          </p:cNvSpPr>
          <p:nvPr/>
        </p:nvSpPr>
        <p:spPr>
          <a:xfrm xmlns:a="http://schemas.openxmlformats.org/drawingml/2006/main">
            <a:off x="533400" y="4057650"/>
            <a:ext cx="350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ADBDC7"/>
                </a:solidFill>
                <a:latin typeface="Arial"/>
                <a:ea typeface="Arial"/>
                <a:cs typeface="Arial"/>
              </a:defRPr>
            </a:defPPr>
            <a:lvl1pPr>
              <a:defRPr sz="1950" b="0">
                <a:solidFill>
                  <a:srgbClr val="ADBDC7"/>
                </a:solidFill>
                <a:latin typeface="Arial"/>
                <a:ea typeface="Arial"/>
                <a:cs typeface="Arial"/>
              </a:defRPr>
            </a:lvl1pPr>
            <a:lvl2pPr>
              <a:defRPr sz="1950" b="0">
                <a:solidFill>
                  <a:srgbClr val="ADBDC7"/>
                </a:solidFill>
                <a:latin typeface="Arial"/>
                <a:ea typeface="Arial"/>
                <a:cs typeface="Arial"/>
              </a:defRPr>
            </a:lvl2pPr>
            <a:lvl3pPr>
              <a:defRPr sz="1950" b="0">
                <a:solidFill>
                  <a:srgbClr val="ADBDC7"/>
                </a:solidFill>
                <a:latin typeface="Arial"/>
                <a:ea typeface="Arial"/>
                <a:cs typeface="Arial"/>
              </a:defRPr>
            </a:lvl3pPr>
            <a:lvl4pPr>
              <a:defRPr sz="1950" b="0">
                <a:solidFill>
                  <a:srgbClr val="ADBDC7"/>
                </a:solidFill>
                <a:latin typeface="Arial"/>
                <a:ea typeface="Arial"/>
                <a:cs typeface="Arial"/>
              </a:defRPr>
            </a:lvl4pPr>
            <a:lvl5pPr>
              <a:defRPr sz="1950" b="0">
                <a:solidFill>
                  <a:srgbClr val="ADBDC7"/>
                </a:solidFill>
                <a:latin typeface="Arial"/>
                <a:ea typeface="Arial"/>
                <a:cs typeface="Arial"/>
              </a:defRPr>
            </a:lvl5pPr>
            <a:lvl6pPr>
              <a:defRPr sz="1950" b="0">
                <a:solidFill>
                  <a:srgbClr val="ADBDC7"/>
                </a:solidFill>
                <a:latin typeface="Arial"/>
                <a:ea typeface="Arial"/>
                <a:cs typeface="Arial"/>
              </a:defRPr>
            </a:lvl6pPr>
            <a:lvl7pPr>
              <a:defRPr sz="1950" b="0">
                <a:solidFill>
                  <a:srgbClr val="ADBDC7"/>
                </a:solidFill>
                <a:latin typeface="Arial"/>
                <a:ea typeface="Arial"/>
                <a:cs typeface="Arial"/>
              </a:defRPr>
            </a:lvl7pPr>
            <a:lvl8pPr>
              <a:defRPr sz="1950" b="0">
                <a:solidFill>
                  <a:srgbClr val="ADBDC7"/>
                </a:solidFill>
                <a:latin typeface="Arial"/>
                <a:ea typeface="Arial"/>
                <a:cs typeface="Arial"/>
              </a:defRPr>
            </a:lvl8pPr>
            <a:lvl9pPr>
              <a:defRPr sz="1950" b="0">
                <a:solidFill>
                  <a:srgbClr val="ADBDC7"/>
                </a:solidFill>
                <a:latin typeface="Arial"/>
                <a:ea typeface="Arial"/>
                <a:cs typeface="Arial"/>
              </a:defRPr>
            </a:lvl9pPr>
          </a:lstStyle>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Қатысу ақысы +</a:t>
            </a:r>
          </a:p>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кездейсоқ жеңімпаз</a:t>
            </a:r>
          </a:p>
        </p:txBody>
      </p:sp>
      <p:sp>
        <p:nvSpPr>
          <p:cNvPr id="11" name="">
            <a:extLst xmlns:a="http://schemas.openxmlformats.org/drawingml/2006/main">
              <a:ext uri="{FF2B5EF4-FFF2-40B4-BE49-F238E27FC236}">
                <a16:creationId xmlns:a16="http://schemas.microsoft.com/office/drawing/2014/main" id="{34979F17-3585-4790-8BEE-E600FFE8A08C}"/>
              </a:ext>
            </a:extLst>
          </p:cNvPr>
          <p:cNvSpPr>
            <a:spLocks xmlns:a="http://schemas.openxmlformats.org/drawingml/2006/main" noGrp="1"/>
          </p:cNvSpPr>
          <p:nvPr/>
        </p:nvSpPr>
        <p:spPr>
          <a:xfrm xmlns:a="http://schemas.openxmlformats.org/drawingml/2006/main">
            <a:off x="4343400" y="2400300"/>
            <a:ext cx="3505200" cy="9525"/>
          </a:xfrm>
          <a:prstGeom xmlns:a="http://schemas.openxmlformats.org/drawingml/2006/main" prst="rect">
            <a:avLst/>
          </a:prstGeom>
          <a:solidFill xmlns:a="http://schemas.openxmlformats.org/drawingml/2006/main">
            <a:srgbClr val="C3B0F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20928D1-A252-4C5E-81B6-ECF3E26B6C7B}"/>
              </a:ext>
            </a:extLst>
          </p:cNvPr>
          <p:cNvSpPr>
            <a:spLocks xmlns:a="http://schemas.openxmlformats.org/drawingml/2006/main" noGrp="1"/>
          </p:cNvSpPr>
          <p:nvPr/>
        </p:nvSpPr>
        <p:spPr>
          <a:xfrm xmlns:a="http://schemas.openxmlformats.org/drawingml/2006/main">
            <a:off x="4343400" y="25527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75" b="0">
                <a:solidFill>
                  <a:srgbClr val="C3B0F4"/>
                </a:solidFill>
                <a:latin typeface="Arial"/>
                <a:ea typeface="Arial"/>
                <a:cs typeface="Arial"/>
              </a:defRPr>
            </a:defPPr>
            <a:lvl1pPr>
              <a:defRPr sz="2475" b="0">
                <a:solidFill>
                  <a:srgbClr val="C3B0F4"/>
                </a:solidFill>
                <a:latin typeface="Arial"/>
                <a:ea typeface="Arial"/>
                <a:cs typeface="Arial"/>
              </a:defRPr>
            </a:lvl1pPr>
            <a:lvl2pPr>
              <a:defRPr sz="2475" b="0">
                <a:solidFill>
                  <a:srgbClr val="C3B0F4"/>
                </a:solidFill>
                <a:latin typeface="Arial"/>
                <a:ea typeface="Arial"/>
                <a:cs typeface="Arial"/>
              </a:defRPr>
            </a:lvl2pPr>
            <a:lvl3pPr>
              <a:defRPr sz="2475" b="0">
                <a:solidFill>
                  <a:srgbClr val="C3B0F4"/>
                </a:solidFill>
                <a:latin typeface="Arial"/>
                <a:ea typeface="Arial"/>
                <a:cs typeface="Arial"/>
              </a:defRPr>
            </a:lvl3pPr>
            <a:lvl4pPr>
              <a:defRPr sz="2475" b="0">
                <a:solidFill>
                  <a:srgbClr val="C3B0F4"/>
                </a:solidFill>
                <a:latin typeface="Arial"/>
                <a:ea typeface="Arial"/>
                <a:cs typeface="Arial"/>
              </a:defRPr>
            </a:lvl4pPr>
            <a:lvl5pPr>
              <a:defRPr sz="2475" b="0">
                <a:solidFill>
                  <a:srgbClr val="C3B0F4"/>
                </a:solidFill>
                <a:latin typeface="Arial"/>
                <a:ea typeface="Arial"/>
                <a:cs typeface="Arial"/>
              </a:defRPr>
            </a:lvl5pPr>
            <a:lvl6pPr>
              <a:defRPr sz="2475" b="0">
                <a:solidFill>
                  <a:srgbClr val="C3B0F4"/>
                </a:solidFill>
                <a:latin typeface="Arial"/>
                <a:ea typeface="Arial"/>
                <a:cs typeface="Arial"/>
              </a:defRPr>
            </a:lvl6pPr>
            <a:lvl7pPr>
              <a:defRPr sz="2475" b="0">
                <a:solidFill>
                  <a:srgbClr val="C3B0F4"/>
                </a:solidFill>
                <a:latin typeface="Arial"/>
                <a:ea typeface="Arial"/>
                <a:cs typeface="Arial"/>
              </a:defRPr>
            </a:lvl7pPr>
            <a:lvl8pPr>
              <a:defRPr sz="2475" b="0">
                <a:solidFill>
                  <a:srgbClr val="C3B0F4"/>
                </a:solidFill>
                <a:latin typeface="Arial"/>
                <a:ea typeface="Arial"/>
                <a:cs typeface="Arial"/>
              </a:defRPr>
            </a:lvl8pPr>
            <a:lvl9pPr>
              <a:defRPr sz="2475" b="0">
                <a:solidFill>
                  <a:srgbClr val="C3B0F4"/>
                </a:solidFill>
                <a:latin typeface="Arial"/>
                <a:ea typeface="Arial"/>
                <a:cs typeface="Arial"/>
              </a:defRPr>
            </a:lvl9pPr>
          </a:lstStyle>
          <a:p xmlns:a="http://schemas.openxmlformats.org/drawingml/2006/main">
            <a:pPr>
              <a:defRPr sz="2475" b="0">
                <a:solidFill>
                  <a:srgbClr val="C3B0F4"/>
                </a:solidFill>
                <a:latin typeface="Arial"/>
                <a:ea typeface="Arial"/>
                <a:cs typeface="Arial"/>
              </a:defRPr>
            </a:pPr>
            <a:r>
              <a:rPr sz="2475" b="0">
                <a:solidFill>
                  <a:srgbClr val="C3B0F4"/>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2EEDB7B-4B79-4DE1-A50B-F9211288E3B5}"/>
              </a:ext>
            </a:extLst>
          </p:cNvPr>
          <p:cNvSpPr>
            <a:spLocks xmlns:a="http://schemas.openxmlformats.org/drawingml/2006/main" noGrp="1"/>
          </p:cNvSpPr>
          <p:nvPr/>
        </p:nvSpPr>
        <p:spPr>
          <a:xfrm xmlns:a="http://schemas.openxmlformats.org/drawingml/2006/main">
            <a:off x="4343400" y="3143250"/>
            <a:ext cx="350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F0F5F5"/>
                </a:solidFill>
                <a:latin typeface="Arial"/>
                <a:ea typeface="Arial"/>
                <a:cs typeface="Arial"/>
              </a:defRPr>
            </a:defPPr>
            <a:lvl1pPr>
              <a:defRPr sz="2250" b="1">
                <a:solidFill>
                  <a:srgbClr val="F0F5F5"/>
                </a:solidFill>
                <a:latin typeface="Arial"/>
                <a:ea typeface="Arial"/>
                <a:cs typeface="Arial"/>
              </a:defRPr>
            </a:lvl1pPr>
            <a:lvl2pPr>
              <a:defRPr sz="2250" b="1">
                <a:solidFill>
                  <a:srgbClr val="F0F5F5"/>
                </a:solidFill>
                <a:latin typeface="Arial"/>
                <a:ea typeface="Arial"/>
                <a:cs typeface="Arial"/>
              </a:defRPr>
            </a:lvl2pPr>
            <a:lvl3pPr>
              <a:defRPr sz="2250" b="1">
                <a:solidFill>
                  <a:srgbClr val="F0F5F5"/>
                </a:solidFill>
                <a:latin typeface="Arial"/>
                <a:ea typeface="Arial"/>
                <a:cs typeface="Arial"/>
              </a:defRPr>
            </a:lvl3pPr>
            <a:lvl4pPr>
              <a:defRPr sz="2250" b="1">
                <a:solidFill>
                  <a:srgbClr val="F0F5F5"/>
                </a:solidFill>
                <a:latin typeface="Arial"/>
                <a:ea typeface="Arial"/>
                <a:cs typeface="Arial"/>
              </a:defRPr>
            </a:lvl4pPr>
            <a:lvl5pPr>
              <a:defRPr sz="2250" b="1">
                <a:solidFill>
                  <a:srgbClr val="F0F5F5"/>
                </a:solidFill>
                <a:latin typeface="Arial"/>
                <a:ea typeface="Arial"/>
                <a:cs typeface="Arial"/>
              </a:defRPr>
            </a:lvl5pPr>
            <a:lvl6pPr>
              <a:defRPr sz="2250" b="1">
                <a:solidFill>
                  <a:srgbClr val="F0F5F5"/>
                </a:solidFill>
                <a:latin typeface="Arial"/>
                <a:ea typeface="Arial"/>
                <a:cs typeface="Arial"/>
              </a:defRPr>
            </a:lvl6pPr>
            <a:lvl7pPr>
              <a:defRPr sz="2250" b="1">
                <a:solidFill>
                  <a:srgbClr val="F0F5F5"/>
                </a:solidFill>
                <a:latin typeface="Arial"/>
                <a:ea typeface="Arial"/>
                <a:cs typeface="Arial"/>
              </a:defRPr>
            </a:lvl7pPr>
            <a:lvl8pPr>
              <a:defRPr sz="2250" b="1">
                <a:solidFill>
                  <a:srgbClr val="F0F5F5"/>
                </a:solidFill>
                <a:latin typeface="Arial"/>
                <a:ea typeface="Arial"/>
                <a:cs typeface="Arial"/>
              </a:defRPr>
            </a:lvl8pPr>
            <a:lvl9pPr>
              <a:defRPr sz="2250" b="1">
                <a:solidFill>
                  <a:srgbClr val="F0F5F5"/>
                </a:solidFill>
                <a:latin typeface="Arial"/>
                <a:ea typeface="Arial"/>
                <a:cs typeface="Arial"/>
              </a:defRPr>
            </a:lvl9pPr>
          </a:lstStyle>
          <a:p xmlns:a="http://schemas.openxmlformats.org/drawingml/2006/main">
            <a:pPr>
              <a:defRPr sz="2250" b="1">
                <a:solidFill>
                  <a:srgbClr val="F0F5F5"/>
                </a:solidFill>
                <a:latin typeface="Arial"/>
                <a:ea typeface="Arial"/>
                <a:cs typeface="Arial"/>
              </a:defRPr>
            </a:pPr>
            <a:r>
              <a:rPr sz="2250" b="1">
                <a:solidFill>
                  <a:srgbClr val="F0F5F5"/>
                </a:solidFill>
                <a:latin typeface="Arial"/>
                <a:ea typeface="Arial"/>
                <a:cs typeface="Arial"/>
              </a:rPr>
              <a:t>Казиноның жасырын</a:t>
            </a:r>
          </a:p>
          <a:p xmlns:a="http://schemas.openxmlformats.org/drawingml/2006/main">
            <a:pPr>
              <a:defRPr sz="2250" b="1">
                <a:solidFill>
                  <a:srgbClr val="F0F5F5"/>
                </a:solidFill>
                <a:latin typeface="Arial"/>
                <a:ea typeface="Arial"/>
                <a:cs typeface="Arial"/>
              </a:defRPr>
            </a:pPr>
            <a:r>
              <a:rPr sz="2250" b="1">
                <a:solidFill>
                  <a:srgbClr val="F0F5F5"/>
                </a:solidFill>
                <a:latin typeface="Arial"/>
                <a:ea typeface="Arial"/>
                <a:cs typeface="Arial"/>
              </a:rPr>
              <a:t>жарнамасы</a:t>
            </a:r>
          </a:p>
        </p:txBody>
      </p:sp>
      <p:sp>
        <p:nvSpPr>
          <p:cNvPr id="14" name="">
            <a:extLst xmlns:a="http://schemas.openxmlformats.org/drawingml/2006/main">
              <a:ext uri="{FF2B5EF4-FFF2-40B4-BE49-F238E27FC236}">
                <a16:creationId xmlns:a16="http://schemas.microsoft.com/office/drawing/2014/main" id="{ADAE223F-E9CA-4C47-8CB0-E1611803B293}"/>
              </a:ext>
            </a:extLst>
          </p:cNvPr>
          <p:cNvSpPr>
            <a:spLocks xmlns:a="http://schemas.openxmlformats.org/drawingml/2006/main" noGrp="1"/>
          </p:cNvSpPr>
          <p:nvPr/>
        </p:nvSpPr>
        <p:spPr>
          <a:xfrm xmlns:a="http://schemas.openxmlformats.org/drawingml/2006/main">
            <a:off x="4343400" y="4057650"/>
            <a:ext cx="350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ADBDC7"/>
                </a:solidFill>
                <a:latin typeface="Arial"/>
                <a:ea typeface="Arial"/>
                <a:cs typeface="Arial"/>
              </a:defRPr>
            </a:defPPr>
            <a:lvl1pPr>
              <a:defRPr sz="1950" b="0">
                <a:solidFill>
                  <a:srgbClr val="ADBDC7"/>
                </a:solidFill>
                <a:latin typeface="Arial"/>
                <a:ea typeface="Arial"/>
                <a:cs typeface="Arial"/>
              </a:defRPr>
            </a:lvl1pPr>
            <a:lvl2pPr>
              <a:defRPr sz="1950" b="0">
                <a:solidFill>
                  <a:srgbClr val="ADBDC7"/>
                </a:solidFill>
                <a:latin typeface="Arial"/>
                <a:ea typeface="Arial"/>
                <a:cs typeface="Arial"/>
              </a:defRPr>
            </a:lvl2pPr>
            <a:lvl3pPr>
              <a:defRPr sz="1950" b="0">
                <a:solidFill>
                  <a:srgbClr val="ADBDC7"/>
                </a:solidFill>
                <a:latin typeface="Arial"/>
                <a:ea typeface="Arial"/>
                <a:cs typeface="Arial"/>
              </a:defRPr>
            </a:lvl3pPr>
            <a:lvl4pPr>
              <a:defRPr sz="1950" b="0">
                <a:solidFill>
                  <a:srgbClr val="ADBDC7"/>
                </a:solidFill>
                <a:latin typeface="Arial"/>
                <a:ea typeface="Arial"/>
                <a:cs typeface="Arial"/>
              </a:defRPr>
            </a:lvl4pPr>
            <a:lvl5pPr>
              <a:defRPr sz="1950" b="0">
                <a:solidFill>
                  <a:srgbClr val="ADBDC7"/>
                </a:solidFill>
                <a:latin typeface="Arial"/>
                <a:ea typeface="Arial"/>
                <a:cs typeface="Arial"/>
              </a:defRPr>
            </a:lvl5pPr>
            <a:lvl6pPr>
              <a:defRPr sz="1950" b="0">
                <a:solidFill>
                  <a:srgbClr val="ADBDC7"/>
                </a:solidFill>
                <a:latin typeface="Arial"/>
                <a:ea typeface="Arial"/>
                <a:cs typeface="Arial"/>
              </a:defRPr>
            </a:lvl6pPr>
            <a:lvl7pPr>
              <a:defRPr sz="1950" b="0">
                <a:solidFill>
                  <a:srgbClr val="ADBDC7"/>
                </a:solidFill>
                <a:latin typeface="Arial"/>
                <a:ea typeface="Arial"/>
                <a:cs typeface="Arial"/>
              </a:defRPr>
            </a:lvl7pPr>
            <a:lvl8pPr>
              <a:defRPr sz="1950" b="0">
                <a:solidFill>
                  <a:srgbClr val="ADBDC7"/>
                </a:solidFill>
                <a:latin typeface="Arial"/>
                <a:ea typeface="Arial"/>
                <a:cs typeface="Arial"/>
              </a:defRPr>
            </a:lvl8pPr>
            <a:lvl9pPr>
              <a:defRPr sz="1950" b="0">
                <a:solidFill>
                  <a:srgbClr val="ADBDC7"/>
                </a:solidFill>
                <a:latin typeface="Arial"/>
                <a:ea typeface="Arial"/>
                <a:cs typeface="Arial"/>
              </a:defRPr>
            </a:lvl9pPr>
          </a:lstStyle>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Жарнамалық мәтін +</a:t>
            </a:r>
          </a:p>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ойын ресурсына өту</a:t>
            </a:r>
          </a:p>
        </p:txBody>
      </p:sp>
      <p:sp>
        <p:nvSpPr>
          <p:cNvPr id="15" name="">
            <a:extLst xmlns:a="http://schemas.openxmlformats.org/drawingml/2006/main">
              <a:ext uri="{FF2B5EF4-FFF2-40B4-BE49-F238E27FC236}">
                <a16:creationId xmlns:a16="http://schemas.microsoft.com/office/drawing/2014/main" id="{8A198B78-987C-4A13-B924-6C5D29037FEF}"/>
              </a:ext>
            </a:extLst>
          </p:cNvPr>
          <p:cNvSpPr>
            <a:spLocks xmlns:a="http://schemas.openxmlformats.org/drawingml/2006/main" noGrp="1"/>
          </p:cNvSpPr>
          <p:nvPr/>
        </p:nvSpPr>
        <p:spPr>
          <a:xfrm xmlns:a="http://schemas.openxmlformats.org/drawingml/2006/main">
            <a:off x="8153400" y="2400300"/>
            <a:ext cx="3505200" cy="9525"/>
          </a:xfrm>
          <a:prstGeom xmlns:a="http://schemas.openxmlformats.org/drawingml/2006/main" prst="rect">
            <a:avLst/>
          </a:prstGeom>
          <a:solidFill xmlns:a="http://schemas.openxmlformats.org/drawingml/2006/main">
            <a:srgbClr val="D8C3A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3A2F093-DDD3-4563-9941-99F763116575}"/>
              </a:ext>
            </a:extLst>
          </p:cNvPr>
          <p:cNvSpPr>
            <a:spLocks xmlns:a="http://schemas.openxmlformats.org/drawingml/2006/main" noGrp="1"/>
          </p:cNvSpPr>
          <p:nvPr/>
        </p:nvSpPr>
        <p:spPr>
          <a:xfrm xmlns:a="http://schemas.openxmlformats.org/drawingml/2006/main">
            <a:off x="8153400" y="25527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75" b="0">
                <a:solidFill>
                  <a:srgbClr val="D8C3A1"/>
                </a:solidFill>
                <a:latin typeface="Arial"/>
                <a:ea typeface="Arial"/>
                <a:cs typeface="Arial"/>
              </a:defRPr>
            </a:defPPr>
            <a:lvl1pPr>
              <a:defRPr sz="2475" b="0">
                <a:solidFill>
                  <a:srgbClr val="D8C3A1"/>
                </a:solidFill>
                <a:latin typeface="Arial"/>
                <a:ea typeface="Arial"/>
                <a:cs typeface="Arial"/>
              </a:defRPr>
            </a:lvl1pPr>
            <a:lvl2pPr>
              <a:defRPr sz="2475" b="0">
                <a:solidFill>
                  <a:srgbClr val="D8C3A1"/>
                </a:solidFill>
                <a:latin typeface="Arial"/>
                <a:ea typeface="Arial"/>
                <a:cs typeface="Arial"/>
              </a:defRPr>
            </a:lvl2pPr>
            <a:lvl3pPr>
              <a:defRPr sz="2475" b="0">
                <a:solidFill>
                  <a:srgbClr val="D8C3A1"/>
                </a:solidFill>
                <a:latin typeface="Arial"/>
                <a:ea typeface="Arial"/>
                <a:cs typeface="Arial"/>
              </a:defRPr>
            </a:lvl3pPr>
            <a:lvl4pPr>
              <a:defRPr sz="2475" b="0">
                <a:solidFill>
                  <a:srgbClr val="D8C3A1"/>
                </a:solidFill>
                <a:latin typeface="Arial"/>
                <a:ea typeface="Arial"/>
                <a:cs typeface="Arial"/>
              </a:defRPr>
            </a:lvl4pPr>
            <a:lvl5pPr>
              <a:defRPr sz="2475" b="0">
                <a:solidFill>
                  <a:srgbClr val="D8C3A1"/>
                </a:solidFill>
                <a:latin typeface="Arial"/>
                <a:ea typeface="Arial"/>
                <a:cs typeface="Arial"/>
              </a:defRPr>
            </a:lvl5pPr>
            <a:lvl6pPr>
              <a:defRPr sz="2475" b="0">
                <a:solidFill>
                  <a:srgbClr val="D8C3A1"/>
                </a:solidFill>
                <a:latin typeface="Arial"/>
                <a:ea typeface="Arial"/>
                <a:cs typeface="Arial"/>
              </a:defRPr>
            </a:lvl6pPr>
            <a:lvl7pPr>
              <a:defRPr sz="2475" b="0">
                <a:solidFill>
                  <a:srgbClr val="D8C3A1"/>
                </a:solidFill>
                <a:latin typeface="Arial"/>
                <a:ea typeface="Arial"/>
                <a:cs typeface="Arial"/>
              </a:defRPr>
            </a:lvl7pPr>
            <a:lvl8pPr>
              <a:defRPr sz="2475" b="0">
                <a:solidFill>
                  <a:srgbClr val="D8C3A1"/>
                </a:solidFill>
                <a:latin typeface="Arial"/>
                <a:ea typeface="Arial"/>
                <a:cs typeface="Arial"/>
              </a:defRPr>
            </a:lvl8pPr>
            <a:lvl9pPr>
              <a:defRPr sz="2475" b="0">
                <a:solidFill>
                  <a:srgbClr val="D8C3A1"/>
                </a:solidFill>
                <a:latin typeface="Arial"/>
                <a:ea typeface="Arial"/>
                <a:cs typeface="Arial"/>
              </a:defRPr>
            </a:lvl9pPr>
          </a:lstStyle>
          <a:p xmlns:a="http://schemas.openxmlformats.org/drawingml/2006/main">
            <a:pPr>
              <a:defRPr sz="2475" b="0">
                <a:solidFill>
                  <a:srgbClr val="D8C3A1"/>
                </a:solidFill>
                <a:latin typeface="Arial"/>
                <a:ea typeface="Arial"/>
                <a:cs typeface="Arial"/>
              </a:defRPr>
            </a:pPr>
            <a:r>
              <a:rPr sz="2475" b="0">
                <a:solidFill>
                  <a:srgbClr val="D8C3A1"/>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12AD50BA-3107-4B54-8841-3D52AC57D93D}"/>
              </a:ext>
            </a:extLst>
          </p:cNvPr>
          <p:cNvSpPr>
            <a:spLocks xmlns:a="http://schemas.openxmlformats.org/drawingml/2006/main" noGrp="1"/>
          </p:cNvSpPr>
          <p:nvPr/>
        </p:nvSpPr>
        <p:spPr>
          <a:xfrm xmlns:a="http://schemas.openxmlformats.org/drawingml/2006/main">
            <a:off x="8153400" y="3143250"/>
            <a:ext cx="350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F0F5F5"/>
                </a:solidFill>
                <a:latin typeface="Arial"/>
                <a:ea typeface="Arial"/>
                <a:cs typeface="Arial"/>
              </a:defRPr>
            </a:defPPr>
            <a:lvl1pPr>
              <a:defRPr sz="2250" b="1">
                <a:solidFill>
                  <a:srgbClr val="F0F5F5"/>
                </a:solidFill>
                <a:latin typeface="Arial"/>
                <a:ea typeface="Arial"/>
                <a:cs typeface="Arial"/>
              </a:defRPr>
            </a:lvl1pPr>
            <a:lvl2pPr>
              <a:defRPr sz="2250" b="1">
                <a:solidFill>
                  <a:srgbClr val="F0F5F5"/>
                </a:solidFill>
                <a:latin typeface="Arial"/>
                <a:ea typeface="Arial"/>
                <a:cs typeface="Arial"/>
              </a:defRPr>
            </a:lvl2pPr>
            <a:lvl3pPr>
              <a:defRPr sz="2250" b="1">
                <a:solidFill>
                  <a:srgbClr val="F0F5F5"/>
                </a:solidFill>
                <a:latin typeface="Arial"/>
                <a:ea typeface="Arial"/>
                <a:cs typeface="Arial"/>
              </a:defRPr>
            </a:lvl3pPr>
            <a:lvl4pPr>
              <a:defRPr sz="2250" b="1">
                <a:solidFill>
                  <a:srgbClr val="F0F5F5"/>
                </a:solidFill>
                <a:latin typeface="Arial"/>
                <a:ea typeface="Arial"/>
                <a:cs typeface="Arial"/>
              </a:defRPr>
            </a:lvl4pPr>
            <a:lvl5pPr>
              <a:defRPr sz="2250" b="1">
                <a:solidFill>
                  <a:srgbClr val="F0F5F5"/>
                </a:solidFill>
                <a:latin typeface="Arial"/>
                <a:ea typeface="Arial"/>
                <a:cs typeface="Arial"/>
              </a:defRPr>
            </a:lvl5pPr>
            <a:lvl6pPr>
              <a:defRPr sz="2250" b="1">
                <a:solidFill>
                  <a:srgbClr val="F0F5F5"/>
                </a:solidFill>
                <a:latin typeface="Arial"/>
                <a:ea typeface="Arial"/>
                <a:cs typeface="Arial"/>
              </a:defRPr>
            </a:lvl6pPr>
            <a:lvl7pPr>
              <a:defRPr sz="2250" b="1">
                <a:solidFill>
                  <a:srgbClr val="F0F5F5"/>
                </a:solidFill>
                <a:latin typeface="Arial"/>
                <a:ea typeface="Arial"/>
                <a:cs typeface="Arial"/>
              </a:defRPr>
            </a:lvl7pPr>
            <a:lvl8pPr>
              <a:defRPr sz="2250" b="1">
                <a:solidFill>
                  <a:srgbClr val="F0F5F5"/>
                </a:solidFill>
                <a:latin typeface="Arial"/>
                <a:ea typeface="Arial"/>
                <a:cs typeface="Arial"/>
              </a:defRPr>
            </a:lvl8pPr>
            <a:lvl9pPr>
              <a:defRPr sz="2250" b="1">
                <a:solidFill>
                  <a:srgbClr val="F0F5F5"/>
                </a:solidFill>
                <a:latin typeface="Arial"/>
                <a:ea typeface="Arial"/>
                <a:cs typeface="Arial"/>
              </a:defRPr>
            </a:lvl9pPr>
          </a:lstStyle>
          <a:p xmlns:a="http://schemas.openxmlformats.org/drawingml/2006/main">
            <a:pPr>
              <a:defRPr sz="2250" b="1">
                <a:solidFill>
                  <a:srgbClr val="F0F5F5"/>
                </a:solidFill>
                <a:latin typeface="Arial"/>
                <a:ea typeface="Arial"/>
                <a:cs typeface="Arial"/>
              </a:defRPr>
            </a:pPr>
            <a:r>
              <a:rPr sz="2250" b="1">
                <a:solidFill>
                  <a:srgbClr val="F0F5F5"/>
                </a:solidFill>
                <a:latin typeface="Arial"/>
                <a:ea typeface="Arial"/>
                <a:cs typeface="Arial"/>
              </a:rPr>
              <a:t>Қаржы</a:t>
            </a:r>
          </a:p>
          <a:p xmlns:a="http://schemas.openxmlformats.org/drawingml/2006/main">
            <a:pPr>
              <a:defRPr sz="2250" b="1">
                <a:solidFill>
                  <a:srgbClr val="F0F5F5"/>
                </a:solidFill>
                <a:latin typeface="Arial"/>
                <a:ea typeface="Arial"/>
                <a:cs typeface="Arial"/>
              </a:defRPr>
            </a:pPr>
            <a:r>
              <a:rPr sz="2250" b="1">
                <a:solidFill>
                  <a:srgbClr val="F0F5F5"/>
                </a:solidFill>
                <a:latin typeface="Arial"/>
                <a:ea typeface="Arial"/>
                <a:cs typeface="Arial"/>
              </a:rPr>
              <a:t>пирамидалары</a:t>
            </a:r>
          </a:p>
        </p:txBody>
      </p:sp>
      <p:sp>
        <p:nvSpPr>
          <p:cNvPr id="18" name="">
            <a:extLst xmlns:a="http://schemas.openxmlformats.org/drawingml/2006/main">
              <a:ext uri="{FF2B5EF4-FFF2-40B4-BE49-F238E27FC236}">
                <a16:creationId xmlns:a16="http://schemas.microsoft.com/office/drawing/2014/main" id="{0D97FB9D-B077-477E-AC08-3D42FB7D72C6}"/>
              </a:ext>
            </a:extLst>
          </p:cNvPr>
          <p:cNvSpPr>
            <a:spLocks xmlns:a="http://schemas.openxmlformats.org/drawingml/2006/main" noGrp="1"/>
          </p:cNvSpPr>
          <p:nvPr/>
        </p:nvSpPr>
        <p:spPr>
          <a:xfrm xmlns:a="http://schemas.openxmlformats.org/drawingml/2006/main">
            <a:off x="8153400" y="4057650"/>
            <a:ext cx="350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ADBDC7"/>
                </a:solidFill>
                <a:latin typeface="Arial"/>
                <a:ea typeface="Arial"/>
                <a:cs typeface="Arial"/>
              </a:defRPr>
            </a:defPPr>
            <a:lvl1pPr>
              <a:defRPr sz="1950" b="0">
                <a:solidFill>
                  <a:srgbClr val="ADBDC7"/>
                </a:solidFill>
                <a:latin typeface="Arial"/>
                <a:ea typeface="Arial"/>
                <a:cs typeface="Arial"/>
              </a:defRPr>
            </a:lvl1pPr>
            <a:lvl2pPr>
              <a:defRPr sz="1950" b="0">
                <a:solidFill>
                  <a:srgbClr val="ADBDC7"/>
                </a:solidFill>
                <a:latin typeface="Arial"/>
                <a:ea typeface="Arial"/>
                <a:cs typeface="Arial"/>
              </a:defRPr>
            </a:lvl2pPr>
            <a:lvl3pPr>
              <a:defRPr sz="1950" b="0">
                <a:solidFill>
                  <a:srgbClr val="ADBDC7"/>
                </a:solidFill>
                <a:latin typeface="Arial"/>
                <a:ea typeface="Arial"/>
                <a:cs typeface="Arial"/>
              </a:defRPr>
            </a:lvl3pPr>
            <a:lvl4pPr>
              <a:defRPr sz="1950" b="0">
                <a:solidFill>
                  <a:srgbClr val="ADBDC7"/>
                </a:solidFill>
                <a:latin typeface="Arial"/>
                <a:ea typeface="Arial"/>
                <a:cs typeface="Arial"/>
              </a:defRPr>
            </a:lvl4pPr>
            <a:lvl5pPr>
              <a:defRPr sz="1950" b="0">
                <a:solidFill>
                  <a:srgbClr val="ADBDC7"/>
                </a:solidFill>
                <a:latin typeface="Arial"/>
                <a:ea typeface="Arial"/>
                <a:cs typeface="Arial"/>
              </a:defRPr>
            </a:lvl5pPr>
            <a:lvl6pPr>
              <a:defRPr sz="1950" b="0">
                <a:solidFill>
                  <a:srgbClr val="ADBDC7"/>
                </a:solidFill>
                <a:latin typeface="Arial"/>
                <a:ea typeface="Arial"/>
                <a:cs typeface="Arial"/>
              </a:defRPr>
            </a:lvl6pPr>
            <a:lvl7pPr>
              <a:defRPr sz="1950" b="0">
                <a:solidFill>
                  <a:srgbClr val="ADBDC7"/>
                </a:solidFill>
                <a:latin typeface="Arial"/>
                <a:ea typeface="Arial"/>
                <a:cs typeface="Arial"/>
              </a:defRPr>
            </a:lvl7pPr>
            <a:lvl8pPr>
              <a:defRPr sz="1950" b="0">
                <a:solidFill>
                  <a:srgbClr val="ADBDC7"/>
                </a:solidFill>
                <a:latin typeface="Arial"/>
                <a:ea typeface="Arial"/>
                <a:cs typeface="Arial"/>
              </a:defRPr>
            </a:lvl8pPr>
            <a:lvl9pPr>
              <a:defRPr sz="1950" b="0">
                <a:solidFill>
                  <a:srgbClr val="ADBDC7"/>
                </a:solidFill>
                <a:latin typeface="Arial"/>
                <a:ea typeface="Arial"/>
                <a:cs typeface="Arial"/>
              </a:defRPr>
            </a:lvl9pPr>
          </a:lstStyle>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Жоғары табыс уәдесі +</a:t>
            </a:r>
          </a:p>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қатысушы тарту</a:t>
            </a:r>
          </a:p>
        </p:txBody>
      </p:sp>
      <p:sp>
        <p:nvSpPr>
          <p:cNvPr id="19" name="">
            <a:extLst xmlns:a="http://schemas.openxmlformats.org/drawingml/2006/main">
              <a:ext uri="{FF2B5EF4-FFF2-40B4-BE49-F238E27FC236}">
                <a16:creationId xmlns:a16="http://schemas.microsoft.com/office/drawing/2014/main" id="{CBCF51D2-44A9-419A-BE71-588E3C680E7F}"/>
              </a:ext>
            </a:extLst>
          </p:cNvPr>
          <p:cNvSpPr>
            <a:spLocks xmlns:a="http://schemas.openxmlformats.org/drawingml/2006/main" noGrp="1"/>
          </p:cNvSpPr>
          <p:nvPr/>
        </p:nvSpPr>
        <p:spPr>
          <a:xfrm xmlns:a="http://schemas.openxmlformats.org/drawingml/2006/main">
            <a:off x="533400" y="5067300"/>
            <a:ext cx="11125200" cy="819150"/>
          </a:xfrm>
          <a:prstGeom xmlns:a="http://schemas.openxmlformats.org/drawingml/2006/main" prst="rect">
            <a:avLst/>
          </a:prstGeom>
          <a:solidFill xmlns:a="http://schemas.openxmlformats.org/drawingml/2006/main">
            <a:srgbClr val="1823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BE4F242-A1FD-4FB4-B901-FFFEB76CD5DB}"/>
              </a:ext>
            </a:extLst>
          </p:cNvPr>
          <p:cNvSpPr>
            <a:spLocks xmlns:a="http://schemas.openxmlformats.org/drawingml/2006/main" noGrp="1"/>
          </p:cNvSpPr>
          <p:nvPr/>
        </p:nvSpPr>
        <p:spPr>
          <a:xfrm xmlns:a="http://schemas.openxmlformats.org/drawingml/2006/main">
            <a:off x="723900" y="5219700"/>
            <a:ext cx="2533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46DBC4"/>
                </a:solidFill>
                <a:latin typeface="Arial"/>
                <a:ea typeface="Arial"/>
                <a:cs typeface="Arial"/>
              </a:defRPr>
            </a:defPPr>
            <a:lvl1pPr>
              <a:defRPr sz="1875" b="1">
                <a:solidFill>
                  <a:srgbClr val="46DBC4"/>
                </a:solidFill>
                <a:latin typeface="Arial"/>
                <a:ea typeface="Arial"/>
                <a:cs typeface="Arial"/>
              </a:defRPr>
            </a:lvl1pPr>
            <a:lvl2pPr>
              <a:defRPr sz="1875" b="1">
                <a:solidFill>
                  <a:srgbClr val="46DBC4"/>
                </a:solidFill>
                <a:latin typeface="Arial"/>
                <a:ea typeface="Arial"/>
                <a:cs typeface="Arial"/>
              </a:defRPr>
            </a:lvl2pPr>
            <a:lvl3pPr>
              <a:defRPr sz="1875" b="1">
                <a:solidFill>
                  <a:srgbClr val="46DBC4"/>
                </a:solidFill>
                <a:latin typeface="Arial"/>
                <a:ea typeface="Arial"/>
                <a:cs typeface="Arial"/>
              </a:defRPr>
            </a:lvl3pPr>
            <a:lvl4pPr>
              <a:defRPr sz="1875" b="1">
                <a:solidFill>
                  <a:srgbClr val="46DBC4"/>
                </a:solidFill>
                <a:latin typeface="Arial"/>
                <a:ea typeface="Arial"/>
                <a:cs typeface="Arial"/>
              </a:defRPr>
            </a:lvl4pPr>
            <a:lvl5pPr>
              <a:defRPr sz="1875" b="1">
                <a:solidFill>
                  <a:srgbClr val="46DBC4"/>
                </a:solidFill>
                <a:latin typeface="Arial"/>
                <a:ea typeface="Arial"/>
                <a:cs typeface="Arial"/>
              </a:defRPr>
            </a:lvl5pPr>
            <a:lvl6pPr>
              <a:defRPr sz="1875" b="1">
                <a:solidFill>
                  <a:srgbClr val="46DBC4"/>
                </a:solidFill>
                <a:latin typeface="Arial"/>
                <a:ea typeface="Arial"/>
                <a:cs typeface="Arial"/>
              </a:defRPr>
            </a:lvl6pPr>
            <a:lvl7pPr>
              <a:defRPr sz="1875" b="1">
                <a:solidFill>
                  <a:srgbClr val="46DBC4"/>
                </a:solidFill>
                <a:latin typeface="Arial"/>
                <a:ea typeface="Arial"/>
                <a:cs typeface="Arial"/>
              </a:defRPr>
            </a:lvl7pPr>
            <a:lvl8pPr>
              <a:defRPr sz="1875" b="1">
                <a:solidFill>
                  <a:srgbClr val="46DBC4"/>
                </a:solidFill>
                <a:latin typeface="Arial"/>
                <a:ea typeface="Arial"/>
                <a:cs typeface="Arial"/>
              </a:defRPr>
            </a:lvl8pPr>
            <a:lvl9pPr>
              <a:defRPr sz="1875" b="1">
                <a:solidFill>
                  <a:srgbClr val="46DBC4"/>
                </a:solidFill>
                <a:latin typeface="Arial"/>
                <a:ea typeface="Arial"/>
                <a:cs typeface="Arial"/>
              </a:defRPr>
            </a:lvl9pPr>
          </a:lstStyle>
          <a:p xmlns:a="http://schemas.openxmlformats.org/drawingml/2006/main">
            <a:pPr>
              <a:defRPr sz="1875" b="1">
                <a:solidFill>
                  <a:srgbClr val="46DBC4"/>
                </a:solidFill>
                <a:latin typeface="Arial"/>
                <a:ea typeface="Arial"/>
                <a:cs typeface="Arial"/>
              </a:defRPr>
            </a:pPr>
            <a:r>
              <a:rPr sz="1875" b="1">
                <a:solidFill>
                  <a:srgbClr val="46DBC4"/>
                </a:solidFill>
                <a:latin typeface="Arial"/>
                <a:ea typeface="Arial"/>
                <a:cs typeface="Arial"/>
              </a:rPr>
              <a:t>Ортақ қиындық</a:t>
            </a:r>
          </a:p>
        </p:txBody>
      </p:sp>
      <p:sp>
        <p:nvSpPr>
          <p:cNvPr id="21" name="">
            <a:extLst xmlns:a="http://schemas.openxmlformats.org/drawingml/2006/main">
              <a:ext uri="{FF2B5EF4-FFF2-40B4-BE49-F238E27FC236}">
                <a16:creationId xmlns:a16="http://schemas.microsoft.com/office/drawing/2014/main" id="{B3BBE1FD-EC39-474B-8F05-68238D69C715}"/>
              </a:ext>
            </a:extLst>
          </p:cNvPr>
          <p:cNvSpPr>
            <a:spLocks xmlns:a="http://schemas.openxmlformats.org/drawingml/2006/main" noGrp="1"/>
          </p:cNvSpPr>
          <p:nvPr/>
        </p:nvSpPr>
        <p:spPr>
          <a:xfrm xmlns:a="http://schemas.openxmlformats.org/drawingml/2006/main">
            <a:off x="3295650" y="5257800"/>
            <a:ext cx="809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F0F5F5"/>
                </a:solidFill>
                <a:latin typeface="Arial"/>
                <a:ea typeface="Arial"/>
                <a:cs typeface="Arial"/>
              </a:defRPr>
            </a:defPPr>
            <a:lvl1pPr>
              <a:defRPr sz="1725" b="0">
                <a:solidFill>
                  <a:srgbClr val="F0F5F5"/>
                </a:solidFill>
                <a:latin typeface="Arial"/>
                <a:ea typeface="Arial"/>
                <a:cs typeface="Arial"/>
              </a:defRPr>
            </a:lvl1pPr>
            <a:lvl2pPr>
              <a:defRPr sz="1725" b="0">
                <a:solidFill>
                  <a:srgbClr val="F0F5F5"/>
                </a:solidFill>
                <a:latin typeface="Arial"/>
                <a:ea typeface="Arial"/>
                <a:cs typeface="Arial"/>
              </a:defRPr>
            </a:lvl2pPr>
            <a:lvl3pPr>
              <a:defRPr sz="1725" b="0">
                <a:solidFill>
                  <a:srgbClr val="F0F5F5"/>
                </a:solidFill>
                <a:latin typeface="Arial"/>
                <a:ea typeface="Arial"/>
                <a:cs typeface="Arial"/>
              </a:defRPr>
            </a:lvl3pPr>
            <a:lvl4pPr>
              <a:defRPr sz="1725" b="0">
                <a:solidFill>
                  <a:srgbClr val="F0F5F5"/>
                </a:solidFill>
                <a:latin typeface="Arial"/>
                <a:ea typeface="Arial"/>
                <a:cs typeface="Arial"/>
              </a:defRPr>
            </a:lvl4pPr>
            <a:lvl5pPr>
              <a:defRPr sz="1725" b="0">
                <a:solidFill>
                  <a:srgbClr val="F0F5F5"/>
                </a:solidFill>
                <a:latin typeface="Arial"/>
                <a:ea typeface="Arial"/>
                <a:cs typeface="Arial"/>
              </a:defRPr>
            </a:lvl5pPr>
            <a:lvl6pPr>
              <a:defRPr sz="1725" b="0">
                <a:solidFill>
                  <a:srgbClr val="F0F5F5"/>
                </a:solidFill>
                <a:latin typeface="Arial"/>
                <a:ea typeface="Arial"/>
                <a:cs typeface="Arial"/>
              </a:defRPr>
            </a:lvl6pPr>
            <a:lvl7pPr>
              <a:defRPr sz="1725" b="0">
                <a:solidFill>
                  <a:srgbClr val="F0F5F5"/>
                </a:solidFill>
                <a:latin typeface="Arial"/>
                <a:ea typeface="Arial"/>
                <a:cs typeface="Arial"/>
              </a:defRPr>
            </a:lvl7pPr>
            <a:lvl8pPr>
              <a:defRPr sz="1725" b="0">
                <a:solidFill>
                  <a:srgbClr val="F0F5F5"/>
                </a:solidFill>
                <a:latin typeface="Arial"/>
                <a:ea typeface="Arial"/>
                <a:cs typeface="Arial"/>
              </a:defRPr>
            </a:lvl8pPr>
            <a:lvl9pPr>
              <a:defRPr sz="1725" b="0">
                <a:solidFill>
                  <a:srgbClr val="F0F5F5"/>
                </a:solidFill>
                <a:latin typeface="Arial"/>
                <a:ea typeface="Arial"/>
                <a:cs typeface="Arial"/>
              </a:defRPr>
            </a:lvl9pPr>
          </a:lstStyle>
          <a:p xmlns:a="http://schemas.openxmlformats.org/drawingml/2006/main">
            <a:pPr>
              <a:defRPr sz="1725" b="0">
                <a:solidFill>
                  <a:srgbClr val="F0F5F5"/>
                </a:solidFill>
                <a:latin typeface="Arial"/>
                <a:ea typeface="Arial"/>
                <a:cs typeface="Arial"/>
              </a:defRPr>
            </a:pPr>
            <a:r>
              <a:rPr sz="1725" b="0">
                <a:solidFill>
                  <a:srgbClr val="F0F5F5"/>
                </a:solidFill>
                <a:latin typeface="Arial"/>
                <a:ea typeface="Arial"/>
                <a:cs typeface="Arial"/>
              </a:rPr>
              <a:t>Бүркемелеу · Аралас тіл · Суреттегі мәтін · Көп жарияланым</a:t>
            </a:r>
          </a:p>
        </p:txBody>
      </p:sp>
      <p:sp>
        <p:nvSpPr>
          <p:cNvPr id="22" name="">
            <a:extLst xmlns:a="http://schemas.openxmlformats.org/drawingml/2006/main">
              <a:ext uri="{FF2B5EF4-FFF2-40B4-BE49-F238E27FC236}">
                <a16:creationId xmlns:a16="http://schemas.microsoft.com/office/drawing/2014/main" id="{CEBA8B35-F41A-4DFC-84D2-95C60DB6A86E}"/>
              </a:ext>
            </a:extLst>
          </p:cNvPr>
          <p:cNvSpPr>
            <a:spLocks xmlns:a="http://schemas.openxmlformats.org/drawingml/2006/main" noGrp="1"/>
          </p:cNvSpPr>
          <p:nvPr/>
        </p:nvSpPr>
        <p:spPr>
          <a:xfrm xmlns:a="http://schemas.openxmlformats.org/drawingml/2006/main">
            <a:off x="533400" y="6057900"/>
            <a:ext cx="1112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C13F4DE-F058-421F-A725-13A15E8B2795}"/>
              </a:ext>
            </a:extLst>
          </p:cNvPr>
          <p:cNvSpPr>
            <a:spLocks xmlns:a="http://schemas.openxmlformats.org/drawingml/2006/main" noGrp="1"/>
          </p:cNvSpPr>
          <p:nvPr/>
        </p:nvSpPr>
        <p:spPr>
          <a:xfrm xmlns:a="http://schemas.openxmlformats.org/drawingml/2006/main">
            <a:off x="533400" y="61912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ADBDC7"/>
                </a:solidFill>
                <a:latin typeface="Arial"/>
                <a:ea typeface="Arial"/>
                <a:cs typeface="Arial"/>
              </a:defRPr>
            </a:defPPr>
            <a:lvl1pPr>
              <a:defRPr sz="1725" b="0">
                <a:solidFill>
                  <a:srgbClr val="ADBDC7"/>
                </a:solidFill>
                <a:latin typeface="Arial"/>
                <a:ea typeface="Arial"/>
                <a:cs typeface="Arial"/>
              </a:defRPr>
            </a:lvl1pPr>
            <a:lvl2pPr>
              <a:defRPr sz="1725" b="0">
                <a:solidFill>
                  <a:srgbClr val="ADBDC7"/>
                </a:solidFill>
                <a:latin typeface="Arial"/>
                <a:ea typeface="Arial"/>
                <a:cs typeface="Arial"/>
              </a:defRPr>
            </a:lvl2pPr>
            <a:lvl3pPr>
              <a:defRPr sz="1725" b="0">
                <a:solidFill>
                  <a:srgbClr val="ADBDC7"/>
                </a:solidFill>
                <a:latin typeface="Arial"/>
                <a:ea typeface="Arial"/>
                <a:cs typeface="Arial"/>
              </a:defRPr>
            </a:lvl3pPr>
            <a:lvl4pPr>
              <a:defRPr sz="1725" b="0">
                <a:solidFill>
                  <a:srgbClr val="ADBDC7"/>
                </a:solidFill>
                <a:latin typeface="Arial"/>
                <a:ea typeface="Arial"/>
                <a:cs typeface="Arial"/>
              </a:defRPr>
            </a:lvl4pPr>
            <a:lvl5pPr>
              <a:defRPr sz="1725" b="0">
                <a:solidFill>
                  <a:srgbClr val="ADBDC7"/>
                </a:solidFill>
                <a:latin typeface="Arial"/>
                <a:ea typeface="Arial"/>
                <a:cs typeface="Arial"/>
              </a:defRPr>
            </a:lvl5pPr>
            <a:lvl6pPr>
              <a:defRPr sz="1725" b="0">
                <a:solidFill>
                  <a:srgbClr val="ADBDC7"/>
                </a:solidFill>
                <a:latin typeface="Arial"/>
                <a:ea typeface="Arial"/>
                <a:cs typeface="Arial"/>
              </a:defRPr>
            </a:lvl6pPr>
            <a:lvl7pPr>
              <a:defRPr sz="1725" b="0">
                <a:solidFill>
                  <a:srgbClr val="ADBDC7"/>
                </a:solidFill>
                <a:latin typeface="Arial"/>
                <a:ea typeface="Arial"/>
                <a:cs typeface="Arial"/>
              </a:defRPr>
            </a:lvl7pPr>
            <a:lvl8pPr>
              <a:defRPr sz="1725" b="0">
                <a:solidFill>
                  <a:srgbClr val="ADBDC7"/>
                </a:solidFill>
                <a:latin typeface="Arial"/>
                <a:ea typeface="Arial"/>
                <a:cs typeface="Arial"/>
              </a:defRPr>
            </a:lvl8pPr>
            <a:lvl9pPr>
              <a:defRPr sz="1725" b="0">
                <a:solidFill>
                  <a:srgbClr val="ADBDC7"/>
                </a:solidFill>
                <a:latin typeface="Arial"/>
                <a:ea typeface="Arial"/>
                <a:cs typeface="Arial"/>
              </a:defRPr>
            </a:lvl9pPr>
          </a:lstStyle>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Бір кезек пен ортақ дәлел пішімі тексеруді жүйелейді.</a:t>
            </a:r>
          </a:p>
        </p:txBody>
      </p:sp>
    </p:spTree>
    <p:extLst>
      <p:ext uri="{BB962C8B-B14F-4D97-AF65-F5344CB8AC3E}">
        <p14:creationId xmlns:p14="http://schemas.microsoft.com/office/powerpoint/2010/main" val="1937814449"/>
      </p:ext>
    </p:extLst>
  </p:cSld>
</p:sld>
</file>

<file path=ppt/slides/slide3.xml><?xml version="1.0" encoding="utf-8"?>
<p:sld xmlns:p="http://schemas.openxmlformats.org/presentationml/2006/main">
  <p:cSld>
    <p:bg>
      <p:bgPr>
        <a:solidFill xmlns:a="http://schemas.openxmlformats.org/drawingml/2006/main">
          <a:srgbClr val="10171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1AB59CB-480F-4B93-85AC-0BEA9FB6C9A3}"/>
              </a:ext>
            </a:extLst>
          </p:cNvPr>
          <p:cNvSpPr>
            <a:spLocks xmlns:a="http://schemas.openxmlformats.org/drawingml/2006/main" noGrp="1"/>
          </p:cNvSpPr>
          <p:nvPr/>
        </p:nvSpPr>
        <p:spPr>
          <a:xfrm xmlns:a="http://schemas.openxmlformats.org/drawingml/2006/main">
            <a:off x="533400" y="428625"/>
            <a:ext cx="342900" cy="38100"/>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2B6DA7-CAEE-427A-B138-D4F48F5E6691}"/>
              </a:ext>
            </a:extLst>
          </p:cNvPr>
          <p:cNvSpPr>
            <a:spLocks xmlns:a="http://schemas.openxmlformats.org/drawingml/2006/main" noGrp="1"/>
          </p:cNvSpPr>
          <p:nvPr/>
        </p:nvSpPr>
        <p:spPr>
          <a:xfrm xmlns:a="http://schemas.openxmlformats.org/drawingml/2006/main">
            <a:off x="10287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02  /  БІРІНШІ БАҒЫТ</a:t>
            </a:r>
          </a:p>
        </p:txBody>
      </p:sp>
      <p:sp>
        <p:nvSpPr>
          <p:cNvPr id="4" name="">
            <a:extLst xmlns:a="http://schemas.openxmlformats.org/drawingml/2006/main">
              <a:ext uri="{FF2B5EF4-FFF2-40B4-BE49-F238E27FC236}">
                <a16:creationId xmlns:a16="http://schemas.microsoft.com/office/drawing/2014/main" id="{88678E38-E120-49F0-9B99-D08E3E1F340E}"/>
              </a:ext>
            </a:extLst>
          </p:cNvPr>
          <p:cNvSpPr>
            <a:spLocks xmlns:a="http://schemas.openxmlformats.org/drawingml/2006/main" noGrp="1"/>
          </p:cNvSpPr>
          <p:nvPr/>
        </p:nvSpPr>
        <p:spPr>
          <a:xfrm xmlns:a="http://schemas.openxmlformats.org/drawingml/2006/main">
            <a:off x="10858500" y="2667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03 / 08</a:t>
            </a:r>
          </a:p>
        </p:txBody>
      </p:sp>
      <p:sp>
        <p:nvSpPr>
          <p:cNvPr id="5" name="">
            <a:extLst xmlns:a="http://schemas.openxmlformats.org/drawingml/2006/main">
              <a:ext uri="{FF2B5EF4-FFF2-40B4-BE49-F238E27FC236}">
                <a16:creationId xmlns:a16="http://schemas.microsoft.com/office/drawing/2014/main" id="{0BC9EC99-A3B6-4E44-A0EA-58354D64E769}"/>
              </a:ext>
            </a:extLst>
          </p:cNvPr>
          <p:cNvSpPr>
            <a:spLocks xmlns:a="http://schemas.openxmlformats.org/drawingml/2006/main" noGrp="1"/>
          </p:cNvSpPr>
          <p:nvPr/>
        </p:nvSpPr>
        <p:spPr>
          <a:xfrm xmlns:a="http://schemas.openxmlformats.org/drawingml/2006/main">
            <a:off x="533400" y="8001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F0F5F5"/>
                </a:solidFill>
                <a:latin typeface="Arial"/>
                <a:ea typeface="Arial"/>
                <a:cs typeface="Arial"/>
              </a:defRPr>
            </a:defPPr>
            <a:lvl1pPr>
              <a:defRPr sz="3300" b="1">
                <a:solidFill>
                  <a:srgbClr val="F0F5F5"/>
                </a:solidFill>
                <a:latin typeface="Arial"/>
                <a:ea typeface="Arial"/>
                <a:cs typeface="Arial"/>
              </a:defRPr>
            </a:lvl1pPr>
            <a:lvl2pPr>
              <a:defRPr sz="3300" b="1">
                <a:solidFill>
                  <a:srgbClr val="F0F5F5"/>
                </a:solidFill>
                <a:latin typeface="Arial"/>
                <a:ea typeface="Arial"/>
                <a:cs typeface="Arial"/>
              </a:defRPr>
            </a:lvl2pPr>
            <a:lvl3pPr>
              <a:defRPr sz="3300" b="1">
                <a:solidFill>
                  <a:srgbClr val="F0F5F5"/>
                </a:solidFill>
                <a:latin typeface="Arial"/>
                <a:ea typeface="Arial"/>
                <a:cs typeface="Arial"/>
              </a:defRPr>
            </a:lvl3pPr>
            <a:lvl4pPr>
              <a:defRPr sz="3300" b="1">
                <a:solidFill>
                  <a:srgbClr val="F0F5F5"/>
                </a:solidFill>
                <a:latin typeface="Arial"/>
                <a:ea typeface="Arial"/>
                <a:cs typeface="Arial"/>
              </a:defRPr>
            </a:lvl4pPr>
            <a:lvl5pPr>
              <a:defRPr sz="3300" b="1">
                <a:solidFill>
                  <a:srgbClr val="F0F5F5"/>
                </a:solidFill>
                <a:latin typeface="Arial"/>
                <a:ea typeface="Arial"/>
                <a:cs typeface="Arial"/>
              </a:defRPr>
            </a:lvl5pPr>
            <a:lvl6pPr>
              <a:defRPr sz="3300" b="1">
                <a:solidFill>
                  <a:srgbClr val="F0F5F5"/>
                </a:solidFill>
                <a:latin typeface="Arial"/>
                <a:ea typeface="Arial"/>
                <a:cs typeface="Arial"/>
              </a:defRPr>
            </a:lvl6pPr>
            <a:lvl7pPr>
              <a:defRPr sz="3300" b="1">
                <a:solidFill>
                  <a:srgbClr val="F0F5F5"/>
                </a:solidFill>
                <a:latin typeface="Arial"/>
                <a:ea typeface="Arial"/>
                <a:cs typeface="Arial"/>
              </a:defRPr>
            </a:lvl7pPr>
            <a:lvl8pPr>
              <a:defRPr sz="3300" b="1">
                <a:solidFill>
                  <a:srgbClr val="F0F5F5"/>
                </a:solidFill>
                <a:latin typeface="Arial"/>
                <a:ea typeface="Arial"/>
                <a:cs typeface="Arial"/>
              </a:defRPr>
            </a:lvl8pPr>
            <a:lvl9pPr>
              <a:defRPr sz="3300" b="1">
                <a:solidFill>
                  <a:srgbClr val="F0F5F5"/>
                </a:solidFill>
                <a:latin typeface="Arial"/>
                <a:ea typeface="Arial"/>
                <a:cs typeface="Arial"/>
              </a:defRPr>
            </a:lvl9pPr>
          </a:lstStyle>
          <a:p xmlns:a="http://schemas.openxmlformats.org/drawingml/2006/main">
            <a:pPr>
              <a:defRPr sz="3300" b="1">
                <a:solidFill>
                  <a:srgbClr val="F0F5F5"/>
                </a:solidFill>
                <a:latin typeface="Arial"/>
                <a:ea typeface="Arial"/>
                <a:cs typeface="Arial"/>
              </a:defRPr>
            </a:pPr>
            <a:r>
              <a:rPr sz="3300" b="1">
                <a:solidFill>
                  <a:srgbClr val="F0F5F5"/>
                </a:solidFill>
                <a:latin typeface="Arial"/>
                <a:ea typeface="Arial"/>
                <a:cs typeface="Arial"/>
              </a:rPr>
              <a:t>Ақылы ұтыс ойындары</a:t>
            </a:r>
          </a:p>
        </p:txBody>
      </p:sp>
      <p:sp>
        <p:nvSpPr>
          <p:cNvPr id="6" name="">
            <a:extLst xmlns:a="http://schemas.openxmlformats.org/drawingml/2006/main">
              <a:ext uri="{FF2B5EF4-FFF2-40B4-BE49-F238E27FC236}">
                <a16:creationId xmlns:a16="http://schemas.microsoft.com/office/drawing/2014/main" id="{FACC1458-8266-431B-9B91-42A78745E89B}"/>
              </a:ext>
            </a:extLst>
          </p:cNvPr>
          <p:cNvSpPr>
            <a:spLocks xmlns:a="http://schemas.openxmlformats.org/drawingml/2006/main" noGrp="1"/>
          </p:cNvSpPr>
          <p:nvPr/>
        </p:nvSpPr>
        <p:spPr>
          <a:xfrm xmlns:a="http://schemas.openxmlformats.org/drawingml/2006/main">
            <a:off x="552450" y="158115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ADBDC7"/>
                </a:solidFill>
                <a:latin typeface="Arial"/>
                <a:ea typeface="Arial"/>
                <a:cs typeface="Arial"/>
              </a:defRPr>
            </a:defPPr>
            <a:lvl1pPr>
              <a:defRPr sz="1950" b="0">
                <a:solidFill>
                  <a:srgbClr val="ADBDC7"/>
                </a:solidFill>
                <a:latin typeface="Arial"/>
                <a:ea typeface="Arial"/>
                <a:cs typeface="Arial"/>
              </a:defRPr>
            </a:lvl1pPr>
            <a:lvl2pPr>
              <a:defRPr sz="1950" b="0">
                <a:solidFill>
                  <a:srgbClr val="ADBDC7"/>
                </a:solidFill>
                <a:latin typeface="Arial"/>
                <a:ea typeface="Arial"/>
                <a:cs typeface="Arial"/>
              </a:defRPr>
            </a:lvl2pPr>
            <a:lvl3pPr>
              <a:defRPr sz="1950" b="0">
                <a:solidFill>
                  <a:srgbClr val="ADBDC7"/>
                </a:solidFill>
                <a:latin typeface="Arial"/>
                <a:ea typeface="Arial"/>
                <a:cs typeface="Arial"/>
              </a:defRPr>
            </a:lvl3pPr>
            <a:lvl4pPr>
              <a:defRPr sz="1950" b="0">
                <a:solidFill>
                  <a:srgbClr val="ADBDC7"/>
                </a:solidFill>
                <a:latin typeface="Arial"/>
                <a:ea typeface="Arial"/>
                <a:cs typeface="Arial"/>
              </a:defRPr>
            </a:lvl4pPr>
            <a:lvl5pPr>
              <a:defRPr sz="1950" b="0">
                <a:solidFill>
                  <a:srgbClr val="ADBDC7"/>
                </a:solidFill>
                <a:latin typeface="Arial"/>
                <a:ea typeface="Arial"/>
                <a:cs typeface="Arial"/>
              </a:defRPr>
            </a:lvl5pPr>
            <a:lvl6pPr>
              <a:defRPr sz="1950" b="0">
                <a:solidFill>
                  <a:srgbClr val="ADBDC7"/>
                </a:solidFill>
                <a:latin typeface="Arial"/>
                <a:ea typeface="Arial"/>
                <a:cs typeface="Arial"/>
              </a:defRPr>
            </a:lvl6pPr>
            <a:lvl7pPr>
              <a:defRPr sz="1950" b="0">
                <a:solidFill>
                  <a:srgbClr val="ADBDC7"/>
                </a:solidFill>
                <a:latin typeface="Arial"/>
                <a:ea typeface="Arial"/>
                <a:cs typeface="Arial"/>
              </a:defRPr>
            </a:lvl7pPr>
            <a:lvl8pPr>
              <a:defRPr sz="1950" b="0">
                <a:solidFill>
                  <a:srgbClr val="ADBDC7"/>
                </a:solidFill>
                <a:latin typeface="Arial"/>
                <a:ea typeface="Arial"/>
                <a:cs typeface="Arial"/>
              </a:defRPr>
            </a:lvl8pPr>
            <a:lvl9pPr>
              <a:defRPr sz="1950" b="0">
                <a:solidFill>
                  <a:srgbClr val="ADBDC7"/>
                </a:solidFill>
                <a:latin typeface="Arial"/>
                <a:ea typeface="Arial"/>
                <a:cs typeface="Arial"/>
              </a:defRPr>
            </a:lvl9pPr>
          </a:lstStyle>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Төлем, кездейсоқ таңдау және ұйымдастырушы табысы қатар қаралады.</a:t>
            </a:r>
          </a:p>
        </p:txBody>
      </p:sp>
      <p:sp>
        <p:nvSpPr>
          <p:cNvPr id="7" name="">
            <a:extLst xmlns:a="http://schemas.openxmlformats.org/drawingml/2006/main">
              <a:ext uri="{FF2B5EF4-FFF2-40B4-BE49-F238E27FC236}">
                <a16:creationId xmlns:a16="http://schemas.microsoft.com/office/drawing/2014/main" id="{6376DB16-F155-4E6A-8F36-38957C8418CC}"/>
              </a:ext>
            </a:extLst>
          </p:cNvPr>
          <p:cNvSpPr>
            <a:spLocks xmlns:a="http://schemas.openxmlformats.org/drawingml/2006/main" noGrp="1"/>
          </p:cNvSpPr>
          <p:nvPr/>
        </p:nvSpPr>
        <p:spPr>
          <a:xfrm xmlns:a="http://schemas.openxmlformats.org/drawingml/2006/main">
            <a:off x="533400" y="2266950"/>
            <a:ext cx="6534150" cy="3486150"/>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8" name="">
            <a:extLst xmlns:a="http://schemas.openxmlformats.org/drawingml/2006/main">
              <a:ext uri="{FF2B5EF4-FFF2-40B4-BE49-F238E27FC236}">
                <a16:creationId xmlns:a16="http://schemas.microsoft.com/office/drawing/2014/main" id="{AC47FE6C-DBD2-4CDA-A2B8-F921E89E3335}"/>
              </a:ext>
            </a:extLst>
          </p:cNvPr>
          <p:cNvSpPr>
            <a:spLocks xmlns:a="http://schemas.openxmlformats.org/drawingml/2006/main" noGrp="1"/>
          </p:cNvSpPr>
          <p:nvPr/>
        </p:nvSpPr>
        <p:spPr>
          <a:xfrm xmlns:a="http://schemas.openxmlformats.org/drawingml/2006/main">
            <a:off x="723900" y="2381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ADBDC7"/>
                </a:solidFill>
                <a:latin typeface="Arial"/>
                <a:ea typeface="Arial"/>
                <a:cs typeface="Arial"/>
              </a:defRPr>
            </a:defPPr>
            <a:lvl1pPr>
              <a:defRPr sz="1425" b="0">
                <a:solidFill>
                  <a:srgbClr val="ADBDC7"/>
                </a:solidFill>
                <a:latin typeface="Arial"/>
                <a:ea typeface="Arial"/>
                <a:cs typeface="Arial"/>
              </a:defRPr>
            </a:lvl1pPr>
            <a:lvl2pPr>
              <a:defRPr sz="1425" b="0">
                <a:solidFill>
                  <a:srgbClr val="ADBDC7"/>
                </a:solidFill>
                <a:latin typeface="Arial"/>
                <a:ea typeface="Arial"/>
                <a:cs typeface="Arial"/>
              </a:defRPr>
            </a:lvl2pPr>
            <a:lvl3pPr>
              <a:defRPr sz="1425" b="0">
                <a:solidFill>
                  <a:srgbClr val="ADBDC7"/>
                </a:solidFill>
                <a:latin typeface="Arial"/>
                <a:ea typeface="Arial"/>
                <a:cs typeface="Arial"/>
              </a:defRPr>
            </a:lvl3pPr>
            <a:lvl4pPr>
              <a:defRPr sz="1425" b="0">
                <a:solidFill>
                  <a:srgbClr val="ADBDC7"/>
                </a:solidFill>
                <a:latin typeface="Arial"/>
                <a:ea typeface="Arial"/>
                <a:cs typeface="Arial"/>
              </a:defRPr>
            </a:lvl4pPr>
            <a:lvl5pPr>
              <a:defRPr sz="1425" b="0">
                <a:solidFill>
                  <a:srgbClr val="ADBDC7"/>
                </a:solidFill>
                <a:latin typeface="Arial"/>
                <a:ea typeface="Arial"/>
                <a:cs typeface="Arial"/>
              </a:defRPr>
            </a:lvl5pPr>
            <a:lvl6pPr>
              <a:defRPr sz="1425" b="0">
                <a:solidFill>
                  <a:srgbClr val="ADBDC7"/>
                </a:solidFill>
                <a:latin typeface="Arial"/>
                <a:ea typeface="Arial"/>
                <a:cs typeface="Arial"/>
              </a:defRPr>
            </a:lvl6pPr>
            <a:lvl7pPr>
              <a:defRPr sz="1425" b="0">
                <a:solidFill>
                  <a:srgbClr val="ADBDC7"/>
                </a:solidFill>
                <a:latin typeface="Arial"/>
                <a:ea typeface="Arial"/>
                <a:cs typeface="Arial"/>
              </a:defRPr>
            </a:lvl7pPr>
            <a:lvl8pPr>
              <a:defRPr sz="1425" b="0">
                <a:solidFill>
                  <a:srgbClr val="ADBDC7"/>
                </a:solidFill>
                <a:latin typeface="Arial"/>
                <a:ea typeface="Arial"/>
                <a:cs typeface="Arial"/>
              </a:defRPr>
            </a:lvl8pPr>
            <a:lvl9pPr>
              <a:defRPr sz="1425" b="0">
                <a:solidFill>
                  <a:srgbClr val="ADBDC7"/>
                </a:solidFill>
                <a:latin typeface="Arial"/>
                <a:ea typeface="Arial"/>
                <a:cs typeface="Arial"/>
              </a:defRPr>
            </a:lvl9pPr>
          </a:lstStyle>
          <a:p xmlns:a="http://schemas.openxmlformats.org/drawingml/2006/main">
            <a:pPr>
              <a:defRPr sz="1425" b="0">
                <a:solidFill>
                  <a:srgbClr val="ADBDC7"/>
                </a:solidFill>
                <a:latin typeface="Arial"/>
                <a:ea typeface="Arial"/>
                <a:cs typeface="Arial"/>
              </a:defRPr>
            </a:pPr>
            <a:r>
              <a:rPr sz="1425" b="0">
                <a:solidFill>
                  <a:srgbClr val="ADBDC7"/>
                </a:solidFill>
                <a:latin typeface="Arial"/>
                <a:ea typeface="Arial"/>
                <a:cs typeface="Arial"/>
              </a:rPr>
              <a:t>Демонстрациялық мысал</a:t>
            </a:r>
          </a:p>
        </p:txBody>
      </p:sp>
      <p:sp>
        <p:nvSpPr>
          <p:cNvPr id="9" name="">
            <a:extLst xmlns:a="http://schemas.openxmlformats.org/drawingml/2006/main">
              <a:ext uri="{FF2B5EF4-FFF2-40B4-BE49-F238E27FC236}">
                <a16:creationId xmlns:a16="http://schemas.microsoft.com/office/drawing/2014/main" id="{74EED951-64CE-4106-8452-0E820771B275}"/>
              </a:ext>
            </a:extLst>
          </p:cNvPr>
          <p:cNvSpPr>
            <a:spLocks xmlns:a="http://schemas.openxmlformats.org/drawingml/2006/main" noGrp="1"/>
          </p:cNvSpPr>
          <p:nvPr/>
        </p:nvSpPr>
        <p:spPr>
          <a:xfrm xmlns:a="http://schemas.openxmlformats.org/drawingml/2006/main">
            <a:off x="762000" y="2857500"/>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F0F5F5"/>
                </a:solidFill>
                <a:latin typeface="Arial"/>
                <a:ea typeface="Arial"/>
                <a:cs typeface="Arial"/>
              </a:defRPr>
            </a:defPPr>
            <a:lvl1pPr>
              <a:defRPr sz="2400" b="1">
                <a:solidFill>
                  <a:srgbClr val="F0F5F5"/>
                </a:solidFill>
                <a:latin typeface="Arial"/>
                <a:ea typeface="Arial"/>
                <a:cs typeface="Arial"/>
              </a:defRPr>
            </a:lvl1pPr>
            <a:lvl2pPr>
              <a:defRPr sz="2400" b="1">
                <a:solidFill>
                  <a:srgbClr val="F0F5F5"/>
                </a:solidFill>
                <a:latin typeface="Arial"/>
                <a:ea typeface="Arial"/>
                <a:cs typeface="Arial"/>
              </a:defRPr>
            </a:lvl2pPr>
            <a:lvl3pPr>
              <a:defRPr sz="2400" b="1">
                <a:solidFill>
                  <a:srgbClr val="F0F5F5"/>
                </a:solidFill>
                <a:latin typeface="Arial"/>
                <a:ea typeface="Arial"/>
                <a:cs typeface="Arial"/>
              </a:defRPr>
            </a:lvl3pPr>
            <a:lvl4pPr>
              <a:defRPr sz="2400" b="1">
                <a:solidFill>
                  <a:srgbClr val="F0F5F5"/>
                </a:solidFill>
                <a:latin typeface="Arial"/>
                <a:ea typeface="Arial"/>
                <a:cs typeface="Arial"/>
              </a:defRPr>
            </a:lvl4pPr>
            <a:lvl5pPr>
              <a:defRPr sz="2400" b="1">
                <a:solidFill>
                  <a:srgbClr val="F0F5F5"/>
                </a:solidFill>
                <a:latin typeface="Arial"/>
                <a:ea typeface="Arial"/>
                <a:cs typeface="Arial"/>
              </a:defRPr>
            </a:lvl5pPr>
            <a:lvl6pPr>
              <a:defRPr sz="2400" b="1">
                <a:solidFill>
                  <a:srgbClr val="F0F5F5"/>
                </a:solidFill>
                <a:latin typeface="Arial"/>
                <a:ea typeface="Arial"/>
                <a:cs typeface="Arial"/>
              </a:defRPr>
            </a:lvl6pPr>
            <a:lvl7pPr>
              <a:defRPr sz="2400" b="1">
                <a:solidFill>
                  <a:srgbClr val="F0F5F5"/>
                </a:solidFill>
                <a:latin typeface="Arial"/>
                <a:ea typeface="Arial"/>
                <a:cs typeface="Arial"/>
              </a:defRPr>
            </a:lvl7pPr>
            <a:lvl8pPr>
              <a:defRPr sz="2400" b="1">
                <a:solidFill>
                  <a:srgbClr val="F0F5F5"/>
                </a:solidFill>
                <a:latin typeface="Arial"/>
                <a:ea typeface="Arial"/>
                <a:cs typeface="Arial"/>
              </a:defRPr>
            </a:lvl8pPr>
            <a:lvl9pPr>
              <a:defRPr sz="2400" b="1">
                <a:solidFill>
                  <a:srgbClr val="F0F5F5"/>
                </a:solidFill>
                <a:latin typeface="Arial"/>
                <a:ea typeface="Arial"/>
                <a:cs typeface="Arial"/>
              </a:defRPr>
            </a:lvl9pPr>
          </a:lstStyle>
          <a:p xmlns:a="http://schemas.openxmlformats.org/drawingml/2006/main">
            <a:pPr>
              <a:defRPr sz="2400" b="1">
                <a:solidFill>
                  <a:srgbClr val="F0F5F5"/>
                </a:solidFill>
                <a:latin typeface="Arial"/>
                <a:ea typeface="Arial"/>
                <a:cs typeface="Arial"/>
              </a:defRPr>
            </a:pPr>
            <a:r>
              <a:rPr sz="2400" b="1">
                <a:solidFill>
                  <a:srgbClr val="F0F5F5"/>
                </a:solidFill>
                <a:latin typeface="Arial"/>
                <a:ea typeface="Arial"/>
                <a:cs typeface="Arial"/>
              </a:rPr>
              <a:t>Ұтысқа қатысыңыз!</a:t>
            </a:r>
          </a:p>
        </p:txBody>
      </p:sp>
      <p:sp>
        <p:nvSpPr>
          <p:cNvPr id="10" name="">
            <a:extLst xmlns:a="http://schemas.openxmlformats.org/drawingml/2006/main">
              <a:ext uri="{FF2B5EF4-FFF2-40B4-BE49-F238E27FC236}">
                <a16:creationId xmlns:a16="http://schemas.microsoft.com/office/drawing/2014/main" id="{6BB0BDF2-2847-4365-9602-BCA1ADEFB8AE}"/>
              </a:ext>
            </a:extLst>
          </p:cNvPr>
          <p:cNvSpPr>
            <a:spLocks xmlns:a="http://schemas.openxmlformats.org/drawingml/2006/main" noGrp="1"/>
          </p:cNvSpPr>
          <p:nvPr/>
        </p:nvSpPr>
        <p:spPr>
          <a:xfrm xmlns:a="http://schemas.openxmlformats.org/drawingml/2006/main">
            <a:off x="762000" y="3543300"/>
            <a:ext cx="6038850" cy="457200"/>
          </a:xfrm>
          <a:prstGeom xmlns:a="http://schemas.openxmlformats.org/drawingml/2006/main" prst="rect">
            <a:avLst/>
          </a:prstGeom>
          <a:solidFill xmlns:a="http://schemas.openxmlformats.org/drawingml/2006/main">
            <a:srgbClr val="23354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801DC3-920F-40B6-955F-3922D231299B}"/>
              </a:ext>
            </a:extLst>
          </p:cNvPr>
          <p:cNvSpPr>
            <a:spLocks xmlns:a="http://schemas.openxmlformats.org/drawingml/2006/main" noGrp="1"/>
          </p:cNvSpPr>
          <p:nvPr/>
        </p:nvSpPr>
        <p:spPr>
          <a:xfrm xmlns:a="http://schemas.openxmlformats.org/drawingml/2006/main">
            <a:off x="762000" y="3543300"/>
            <a:ext cx="38100" cy="457200"/>
          </a:xfrm>
          <a:prstGeom xmlns:a="http://schemas.openxmlformats.org/drawingml/2006/main" prst="rect">
            <a:avLst/>
          </a:prstGeom>
          <a:solidFill xmlns:a="http://schemas.openxmlformats.org/drawingml/2006/main">
            <a:srgbClr val="8EBBE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0828DDE-0FA8-4C1B-9FEB-C62AD99345FD}"/>
              </a:ext>
            </a:extLst>
          </p:cNvPr>
          <p:cNvSpPr>
            <a:spLocks xmlns:a="http://schemas.openxmlformats.org/drawingml/2006/main" noGrp="1"/>
          </p:cNvSpPr>
          <p:nvPr/>
        </p:nvSpPr>
        <p:spPr>
          <a:xfrm xmlns:a="http://schemas.openxmlformats.org/drawingml/2006/main">
            <a:off x="895350" y="358140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Қатысу жарнасы — 5 000 ₸.</a:t>
            </a:r>
          </a:p>
        </p:txBody>
      </p:sp>
      <p:sp>
        <p:nvSpPr>
          <p:cNvPr id="13" name="">
            <a:extLst xmlns:a="http://schemas.openxmlformats.org/drawingml/2006/main">
              <a:ext uri="{FF2B5EF4-FFF2-40B4-BE49-F238E27FC236}">
                <a16:creationId xmlns:a16="http://schemas.microsoft.com/office/drawing/2014/main" id="{A3015F1A-AD81-4B09-9AA9-D24BC41B37F6}"/>
              </a:ext>
            </a:extLst>
          </p:cNvPr>
          <p:cNvSpPr>
            <a:spLocks xmlns:a="http://schemas.openxmlformats.org/drawingml/2006/main" noGrp="1"/>
          </p:cNvSpPr>
          <p:nvPr/>
        </p:nvSpPr>
        <p:spPr>
          <a:xfrm xmlns:a="http://schemas.openxmlformats.org/drawingml/2006/main">
            <a:off x="762000" y="4162425"/>
            <a:ext cx="6038850" cy="457200"/>
          </a:xfrm>
          <a:prstGeom xmlns:a="http://schemas.openxmlformats.org/drawingml/2006/main" prst="rect">
            <a:avLst/>
          </a:prstGeom>
          <a:solidFill xmlns:a="http://schemas.openxmlformats.org/drawingml/2006/main">
            <a:srgbClr val="23354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DA3A7DF-85F3-44E2-A590-9E676009F310}"/>
              </a:ext>
            </a:extLst>
          </p:cNvPr>
          <p:cNvSpPr>
            <a:spLocks xmlns:a="http://schemas.openxmlformats.org/drawingml/2006/main" noGrp="1"/>
          </p:cNvSpPr>
          <p:nvPr/>
        </p:nvSpPr>
        <p:spPr>
          <a:xfrm xmlns:a="http://schemas.openxmlformats.org/drawingml/2006/main">
            <a:off x="762000" y="4162425"/>
            <a:ext cx="38100" cy="457200"/>
          </a:xfrm>
          <a:prstGeom xmlns:a="http://schemas.openxmlformats.org/drawingml/2006/main" prst="rect">
            <a:avLst/>
          </a:prstGeom>
          <a:solidFill xmlns:a="http://schemas.openxmlformats.org/drawingml/2006/main">
            <a:srgbClr val="8EBB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0BF8B70-D3C7-4E71-A9FA-51010D0305FE}"/>
              </a:ext>
            </a:extLst>
          </p:cNvPr>
          <p:cNvSpPr>
            <a:spLocks xmlns:a="http://schemas.openxmlformats.org/drawingml/2006/main" noGrp="1"/>
          </p:cNvSpPr>
          <p:nvPr/>
        </p:nvSpPr>
        <p:spPr>
          <a:xfrm xmlns:a="http://schemas.openxmlformats.org/drawingml/2006/main">
            <a:off x="895350" y="4200525"/>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Жеңімпаз кездейсоқ таңдалады.</a:t>
            </a:r>
          </a:p>
        </p:txBody>
      </p:sp>
      <p:sp>
        <p:nvSpPr>
          <p:cNvPr id="16" name="">
            <a:extLst xmlns:a="http://schemas.openxmlformats.org/drawingml/2006/main">
              <a:ext uri="{FF2B5EF4-FFF2-40B4-BE49-F238E27FC236}">
                <a16:creationId xmlns:a16="http://schemas.microsoft.com/office/drawing/2014/main" id="{2CC09EB5-3DE2-49BD-8D8B-4FA111E93555}"/>
              </a:ext>
            </a:extLst>
          </p:cNvPr>
          <p:cNvSpPr>
            <a:spLocks xmlns:a="http://schemas.openxmlformats.org/drawingml/2006/main" noGrp="1"/>
          </p:cNvSpPr>
          <p:nvPr/>
        </p:nvSpPr>
        <p:spPr>
          <a:xfrm xmlns:a="http://schemas.openxmlformats.org/drawingml/2006/main">
            <a:off x="762000" y="4781550"/>
            <a:ext cx="6038850" cy="457200"/>
          </a:xfrm>
          <a:prstGeom xmlns:a="http://schemas.openxmlformats.org/drawingml/2006/main" prst="rect">
            <a:avLst/>
          </a:prstGeom>
          <a:solidFill xmlns:a="http://schemas.openxmlformats.org/drawingml/2006/main">
            <a:srgbClr val="23354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7F3DDCB-F561-4958-B5C4-3F068C8B0A60}"/>
              </a:ext>
            </a:extLst>
          </p:cNvPr>
          <p:cNvSpPr>
            <a:spLocks xmlns:a="http://schemas.openxmlformats.org/drawingml/2006/main" noGrp="1"/>
          </p:cNvSpPr>
          <p:nvPr/>
        </p:nvSpPr>
        <p:spPr>
          <a:xfrm xmlns:a="http://schemas.openxmlformats.org/drawingml/2006/main">
            <a:off x="762000" y="4781550"/>
            <a:ext cx="38100" cy="457200"/>
          </a:xfrm>
          <a:prstGeom xmlns:a="http://schemas.openxmlformats.org/drawingml/2006/main" prst="rect">
            <a:avLst/>
          </a:prstGeom>
          <a:solidFill xmlns:a="http://schemas.openxmlformats.org/drawingml/2006/main">
            <a:srgbClr val="8EBB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5C11D7-C046-4229-9661-86E3626CA537}"/>
              </a:ext>
            </a:extLst>
          </p:cNvPr>
          <p:cNvSpPr>
            <a:spLocks xmlns:a="http://schemas.openxmlformats.org/drawingml/2006/main" noGrp="1"/>
          </p:cNvSpPr>
          <p:nvPr/>
        </p:nvSpPr>
        <p:spPr>
          <a:xfrm xmlns:a="http://schemas.openxmlformats.org/drawingml/2006/main">
            <a:off x="895350" y="481965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Жарнаның 20%-ы ұйымдастырушыға.</a:t>
            </a:r>
          </a:p>
        </p:txBody>
      </p:sp>
      <p:sp>
        <p:nvSpPr>
          <p:cNvPr id="19" name="">
            <a:extLst xmlns:a="http://schemas.openxmlformats.org/drawingml/2006/main">
              <a:ext uri="{FF2B5EF4-FFF2-40B4-BE49-F238E27FC236}">
                <a16:creationId xmlns:a16="http://schemas.microsoft.com/office/drawing/2014/main" id="{5F59CA96-8D59-44C3-96E1-562A0785CEDA}"/>
              </a:ext>
            </a:extLst>
          </p:cNvPr>
          <p:cNvSpPr>
            <a:spLocks xmlns:a="http://schemas.openxmlformats.org/drawingml/2006/main" noGrp="1"/>
          </p:cNvSpPr>
          <p:nvPr/>
        </p:nvSpPr>
        <p:spPr>
          <a:xfrm xmlns:a="http://schemas.openxmlformats.org/drawingml/2006/main">
            <a:off x="7524750" y="23050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F0F5F5"/>
                </a:solidFill>
                <a:latin typeface="Arial"/>
                <a:ea typeface="Arial"/>
                <a:cs typeface="Arial"/>
              </a:defRPr>
            </a:defPPr>
            <a:lvl1pPr>
              <a:defRPr sz="2100" b="1">
                <a:solidFill>
                  <a:srgbClr val="F0F5F5"/>
                </a:solidFill>
                <a:latin typeface="Arial"/>
                <a:ea typeface="Arial"/>
                <a:cs typeface="Arial"/>
              </a:defRPr>
            </a:lvl1pPr>
            <a:lvl2pPr>
              <a:defRPr sz="2100" b="1">
                <a:solidFill>
                  <a:srgbClr val="F0F5F5"/>
                </a:solidFill>
                <a:latin typeface="Arial"/>
                <a:ea typeface="Arial"/>
                <a:cs typeface="Arial"/>
              </a:defRPr>
            </a:lvl2pPr>
            <a:lvl3pPr>
              <a:defRPr sz="2100" b="1">
                <a:solidFill>
                  <a:srgbClr val="F0F5F5"/>
                </a:solidFill>
                <a:latin typeface="Arial"/>
                <a:ea typeface="Arial"/>
                <a:cs typeface="Arial"/>
              </a:defRPr>
            </a:lvl3pPr>
            <a:lvl4pPr>
              <a:defRPr sz="2100" b="1">
                <a:solidFill>
                  <a:srgbClr val="F0F5F5"/>
                </a:solidFill>
                <a:latin typeface="Arial"/>
                <a:ea typeface="Arial"/>
                <a:cs typeface="Arial"/>
              </a:defRPr>
            </a:lvl4pPr>
            <a:lvl5pPr>
              <a:defRPr sz="2100" b="1">
                <a:solidFill>
                  <a:srgbClr val="F0F5F5"/>
                </a:solidFill>
                <a:latin typeface="Arial"/>
                <a:ea typeface="Arial"/>
                <a:cs typeface="Arial"/>
              </a:defRPr>
            </a:lvl5pPr>
            <a:lvl6pPr>
              <a:defRPr sz="2100" b="1">
                <a:solidFill>
                  <a:srgbClr val="F0F5F5"/>
                </a:solidFill>
                <a:latin typeface="Arial"/>
                <a:ea typeface="Arial"/>
                <a:cs typeface="Arial"/>
              </a:defRPr>
            </a:lvl6pPr>
            <a:lvl7pPr>
              <a:defRPr sz="2100" b="1">
                <a:solidFill>
                  <a:srgbClr val="F0F5F5"/>
                </a:solidFill>
                <a:latin typeface="Arial"/>
                <a:ea typeface="Arial"/>
                <a:cs typeface="Arial"/>
              </a:defRPr>
            </a:lvl7pPr>
            <a:lvl8pPr>
              <a:defRPr sz="2100" b="1">
                <a:solidFill>
                  <a:srgbClr val="F0F5F5"/>
                </a:solidFill>
                <a:latin typeface="Arial"/>
                <a:ea typeface="Arial"/>
                <a:cs typeface="Arial"/>
              </a:defRPr>
            </a:lvl8pPr>
            <a:lvl9pPr>
              <a:defRPr sz="2100" b="1">
                <a:solidFill>
                  <a:srgbClr val="F0F5F5"/>
                </a:solidFill>
                <a:latin typeface="Arial"/>
                <a:ea typeface="Arial"/>
                <a:cs typeface="Arial"/>
              </a:defRPr>
            </a:lvl9pPr>
          </a:lstStyle>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Анықталған белгілер</a:t>
            </a:r>
          </a:p>
        </p:txBody>
      </p:sp>
      <p:sp>
        <p:nvSpPr>
          <p:cNvPr id="20" name="">
            <a:extLst xmlns:a="http://schemas.openxmlformats.org/drawingml/2006/main">
              <a:ext uri="{FF2B5EF4-FFF2-40B4-BE49-F238E27FC236}">
                <a16:creationId xmlns:a16="http://schemas.microsoft.com/office/drawing/2014/main" id="{DC929D1F-E337-46B3-8D9C-A9DBC3F1F1CF}"/>
              </a:ext>
            </a:extLst>
          </p:cNvPr>
          <p:cNvSpPr>
            <a:spLocks xmlns:a="http://schemas.openxmlformats.org/drawingml/2006/main" noGrp="1"/>
          </p:cNvSpPr>
          <p:nvPr/>
        </p:nvSpPr>
        <p:spPr>
          <a:xfrm xmlns:a="http://schemas.openxmlformats.org/drawingml/2006/main">
            <a:off x="7543800" y="2847975"/>
            <a:ext cx="2190750" cy="361950"/>
          </a:xfrm>
          <a:prstGeom xmlns:a="http://schemas.openxmlformats.org/drawingml/2006/main" prst="rect">
            <a:avLst/>
          </a:prstGeom>
          <a:solidFill xmlns:a="http://schemas.openxmlformats.org/drawingml/2006/main">
            <a:srgbClr val="10171D"/>
          </a:solidFill>
          <a:ln xmlns:a="http://schemas.openxmlformats.org/drawingml/2006/main" w="9525">
            <a:solidFill>
              <a:srgbClr val="FF9C93"/>
            </a:solidFill>
          </a:ln>
        </p:spPr>
      </p:sp>
      <p:sp>
        <p:nvSpPr>
          <p:cNvPr id="21" name="">
            <a:extLst xmlns:a="http://schemas.openxmlformats.org/drawingml/2006/main">
              <a:ext uri="{FF2B5EF4-FFF2-40B4-BE49-F238E27FC236}">
                <a16:creationId xmlns:a16="http://schemas.microsoft.com/office/drawing/2014/main" id="{658710A5-BCCD-477D-AC13-3C349CCDA256}"/>
              </a:ext>
            </a:extLst>
          </p:cNvPr>
          <p:cNvSpPr>
            <a:spLocks xmlns:a="http://schemas.openxmlformats.org/drawingml/2006/main" noGrp="1"/>
          </p:cNvSpPr>
          <p:nvPr/>
        </p:nvSpPr>
        <p:spPr>
          <a:xfrm xmlns:a="http://schemas.openxmlformats.org/drawingml/2006/main">
            <a:off x="7629525" y="2867025"/>
            <a:ext cx="2019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1">
                <a:solidFill>
                  <a:srgbClr val="FF9C93"/>
                </a:solidFill>
                <a:latin typeface="Arial"/>
                <a:ea typeface="Arial"/>
                <a:cs typeface="Arial"/>
              </a:defRPr>
            </a:defPPr>
            <a:lvl1pPr>
              <a:defRPr sz="1575" b="1">
                <a:solidFill>
                  <a:srgbClr val="FF9C93"/>
                </a:solidFill>
                <a:latin typeface="Arial"/>
                <a:ea typeface="Arial"/>
                <a:cs typeface="Arial"/>
              </a:defRPr>
            </a:lvl1pPr>
            <a:lvl2pPr>
              <a:defRPr sz="1575" b="1">
                <a:solidFill>
                  <a:srgbClr val="FF9C93"/>
                </a:solidFill>
                <a:latin typeface="Arial"/>
                <a:ea typeface="Arial"/>
                <a:cs typeface="Arial"/>
              </a:defRPr>
            </a:lvl2pPr>
            <a:lvl3pPr>
              <a:defRPr sz="1575" b="1">
                <a:solidFill>
                  <a:srgbClr val="FF9C93"/>
                </a:solidFill>
                <a:latin typeface="Arial"/>
                <a:ea typeface="Arial"/>
                <a:cs typeface="Arial"/>
              </a:defRPr>
            </a:lvl3pPr>
            <a:lvl4pPr>
              <a:defRPr sz="1575" b="1">
                <a:solidFill>
                  <a:srgbClr val="FF9C93"/>
                </a:solidFill>
                <a:latin typeface="Arial"/>
                <a:ea typeface="Arial"/>
                <a:cs typeface="Arial"/>
              </a:defRPr>
            </a:lvl4pPr>
            <a:lvl5pPr>
              <a:defRPr sz="1575" b="1">
                <a:solidFill>
                  <a:srgbClr val="FF9C93"/>
                </a:solidFill>
                <a:latin typeface="Arial"/>
                <a:ea typeface="Arial"/>
                <a:cs typeface="Arial"/>
              </a:defRPr>
            </a:lvl5pPr>
            <a:lvl6pPr>
              <a:defRPr sz="1575" b="1">
                <a:solidFill>
                  <a:srgbClr val="FF9C93"/>
                </a:solidFill>
                <a:latin typeface="Arial"/>
                <a:ea typeface="Arial"/>
                <a:cs typeface="Arial"/>
              </a:defRPr>
            </a:lvl6pPr>
            <a:lvl7pPr>
              <a:defRPr sz="1575" b="1">
                <a:solidFill>
                  <a:srgbClr val="FF9C93"/>
                </a:solidFill>
                <a:latin typeface="Arial"/>
                <a:ea typeface="Arial"/>
                <a:cs typeface="Arial"/>
              </a:defRPr>
            </a:lvl7pPr>
            <a:lvl8pPr>
              <a:defRPr sz="1575" b="1">
                <a:solidFill>
                  <a:srgbClr val="FF9C93"/>
                </a:solidFill>
                <a:latin typeface="Arial"/>
                <a:ea typeface="Arial"/>
                <a:cs typeface="Arial"/>
              </a:defRPr>
            </a:lvl8pPr>
            <a:lvl9pPr>
              <a:defRPr sz="1575" b="1">
                <a:solidFill>
                  <a:srgbClr val="FF9C93"/>
                </a:solidFill>
                <a:latin typeface="Arial"/>
                <a:ea typeface="Arial"/>
                <a:cs typeface="Arial"/>
              </a:defRPr>
            </a:lvl9pPr>
          </a:lstStyle>
          <a:p xmlns:a="http://schemas.openxmlformats.org/drawingml/2006/main">
            <a:pPr>
              <a:defRPr sz="1575" b="1">
                <a:solidFill>
                  <a:srgbClr val="FF9C93"/>
                </a:solidFill>
                <a:latin typeface="Arial"/>
                <a:ea typeface="Arial"/>
                <a:cs typeface="Arial"/>
              </a:defRPr>
            </a:pPr>
            <a:r>
              <a:rPr sz="1575" b="1">
                <a:solidFill>
                  <a:srgbClr val="FF9C93"/>
                </a:solidFill>
                <a:latin typeface="Arial"/>
                <a:ea typeface="Arial"/>
                <a:cs typeface="Arial"/>
              </a:rPr>
              <a:t>Жоғары тәуекел</a:t>
            </a:r>
          </a:p>
        </p:txBody>
      </p:sp>
      <p:sp>
        <p:nvSpPr>
          <p:cNvPr id="22" name="">
            <a:extLst xmlns:a="http://schemas.openxmlformats.org/drawingml/2006/main">
              <a:ext uri="{FF2B5EF4-FFF2-40B4-BE49-F238E27FC236}">
                <a16:creationId xmlns:a16="http://schemas.microsoft.com/office/drawing/2014/main" id="{BC0220D8-DFF0-4714-8F44-9D18EE1A74A0}"/>
              </a:ext>
            </a:extLst>
          </p:cNvPr>
          <p:cNvSpPr>
            <a:spLocks xmlns:a="http://schemas.openxmlformats.org/drawingml/2006/main" noGrp="1"/>
          </p:cNvSpPr>
          <p:nvPr/>
        </p:nvSpPr>
        <p:spPr>
          <a:xfrm xmlns:a="http://schemas.openxmlformats.org/drawingml/2006/main">
            <a:off x="7524750" y="352425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8EBBEE"/>
                </a:solidFill>
                <a:latin typeface="Arial"/>
                <a:ea typeface="Arial"/>
                <a:cs typeface="Arial"/>
              </a:defRPr>
            </a:defPPr>
            <a:lvl1pPr>
              <a:defRPr sz="1650" b="0">
                <a:solidFill>
                  <a:srgbClr val="8EBBEE"/>
                </a:solidFill>
                <a:latin typeface="Arial"/>
                <a:ea typeface="Arial"/>
                <a:cs typeface="Arial"/>
              </a:defRPr>
            </a:lvl1pPr>
            <a:lvl2pPr>
              <a:defRPr sz="1650" b="0">
                <a:solidFill>
                  <a:srgbClr val="8EBBEE"/>
                </a:solidFill>
                <a:latin typeface="Arial"/>
                <a:ea typeface="Arial"/>
                <a:cs typeface="Arial"/>
              </a:defRPr>
            </a:lvl2pPr>
            <a:lvl3pPr>
              <a:defRPr sz="1650" b="0">
                <a:solidFill>
                  <a:srgbClr val="8EBBEE"/>
                </a:solidFill>
                <a:latin typeface="Arial"/>
                <a:ea typeface="Arial"/>
                <a:cs typeface="Arial"/>
              </a:defRPr>
            </a:lvl3pPr>
            <a:lvl4pPr>
              <a:defRPr sz="1650" b="0">
                <a:solidFill>
                  <a:srgbClr val="8EBBEE"/>
                </a:solidFill>
                <a:latin typeface="Arial"/>
                <a:ea typeface="Arial"/>
                <a:cs typeface="Arial"/>
              </a:defRPr>
            </a:lvl4pPr>
            <a:lvl5pPr>
              <a:defRPr sz="1650" b="0">
                <a:solidFill>
                  <a:srgbClr val="8EBBEE"/>
                </a:solidFill>
                <a:latin typeface="Arial"/>
                <a:ea typeface="Arial"/>
                <a:cs typeface="Arial"/>
              </a:defRPr>
            </a:lvl5pPr>
            <a:lvl6pPr>
              <a:defRPr sz="1650" b="0">
                <a:solidFill>
                  <a:srgbClr val="8EBBEE"/>
                </a:solidFill>
                <a:latin typeface="Arial"/>
                <a:ea typeface="Arial"/>
                <a:cs typeface="Arial"/>
              </a:defRPr>
            </a:lvl6pPr>
            <a:lvl7pPr>
              <a:defRPr sz="1650" b="0">
                <a:solidFill>
                  <a:srgbClr val="8EBBEE"/>
                </a:solidFill>
                <a:latin typeface="Arial"/>
                <a:ea typeface="Arial"/>
                <a:cs typeface="Arial"/>
              </a:defRPr>
            </a:lvl7pPr>
            <a:lvl8pPr>
              <a:defRPr sz="1650" b="0">
                <a:solidFill>
                  <a:srgbClr val="8EBBEE"/>
                </a:solidFill>
                <a:latin typeface="Arial"/>
                <a:ea typeface="Arial"/>
                <a:cs typeface="Arial"/>
              </a:defRPr>
            </a:lvl8pPr>
            <a:lvl9pPr>
              <a:defRPr sz="1650" b="0">
                <a:solidFill>
                  <a:srgbClr val="8EBBEE"/>
                </a:solidFill>
                <a:latin typeface="Arial"/>
                <a:ea typeface="Arial"/>
                <a:cs typeface="Arial"/>
              </a:defRPr>
            </a:lvl9pPr>
          </a:lstStyle>
          <a:p xmlns:a="http://schemas.openxmlformats.org/drawingml/2006/main">
            <a:pPr>
              <a:defRPr sz="1650" b="0">
                <a:solidFill>
                  <a:srgbClr val="8EBBEE"/>
                </a:solidFill>
                <a:latin typeface="Arial"/>
                <a:ea typeface="Arial"/>
                <a:cs typeface="Arial"/>
              </a:defRPr>
            </a:pPr>
            <a:r>
              <a:rPr sz="1650" b="0">
                <a:solidFill>
                  <a:srgbClr val="8EBBEE"/>
                </a:solidFill>
                <a:latin typeface="Arial"/>
                <a:ea typeface="Arial"/>
                <a:cs typeface="Arial"/>
              </a:rPr>
              <a:t>01</a:t>
            </a:r>
          </a:p>
        </p:txBody>
      </p:sp>
      <p:sp>
        <p:nvSpPr>
          <p:cNvPr id="23" name="">
            <a:extLst xmlns:a="http://schemas.openxmlformats.org/drawingml/2006/main">
              <a:ext uri="{FF2B5EF4-FFF2-40B4-BE49-F238E27FC236}">
                <a16:creationId xmlns:a16="http://schemas.microsoft.com/office/drawing/2014/main" id="{AA828C34-48E4-4625-8BDD-5A6D90CA1C7F}"/>
              </a:ext>
            </a:extLst>
          </p:cNvPr>
          <p:cNvSpPr>
            <a:spLocks xmlns:a="http://schemas.openxmlformats.org/drawingml/2006/main" noGrp="1"/>
          </p:cNvSpPr>
          <p:nvPr/>
        </p:nvSpPr>
        <p:spPr>
          <a:xfrm xmlns:a="http://schemas.openxmlformats.org/drawingml/2006/main">
            <a:off x="8058150" y="3476625"/>
            <a:ext cx="350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Қатысу үшін төлем</a:t>
            </a:r>
          </a:p>
        </p:txBody>
      </p:sp>
      <p:sp>
        <p:nvSpPr>
          <p:cNvPr id="24" name="">
            <a:extLst xmlns:a="http://schemas.openxmlformats.org/drawingml/2006/main">
              <a:ext uri="{FF2B5EF4-FFF2-40B4-BE49-F238E27FC236}">
                <a16:creationId xmlns:a16="http://schemas.microsoft.com/office/drawing/2014/main" id="{81608597-7253-4C26-A794-934BC22353F3}"/>
              </a:ext>
            </a:extLst>
          </p:cNvPr>
          <p:cNvSpPr>
            <a:spLocks xmlns:a="http://schemas.openxmlformats.org/drawingml/2006/main" noGrp="1"/>
          </p:cNvSpPr>
          <p:nvPr/>
        </p:nvSpPr>
        <p:spPr>
          <a:xfrm xmlns:a="http://schemas.openxmlformats.org/drawingml/2006/main">
            <a:off x="7524750" y="416242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8EBBEE"/>
                </a:solidFill>
                <a:latin typeface="Arial"/>
                <a:ea typeface="Arial"/>
                <a:cs typeface="Arial"/>
              </a:defRPr>
            </a:defPPr>
            <a:lvl1pPr>
              <a:defRPr sz="1650" b="0">
                <a:solidFill>
                  <a:srgbClr val="8EBBEE"/>
                </a:solidFill>
                <a:latin typeface="Arial"/>
                <a:ea typeface="Arial"/>
                <a:cs typeface="Arial"/>
              </a:defRPr>
            </a:lvl1pPr>
            <a:lvl2pPr>
              <a:defRPr sz="1650" b="0">
                <a:solidFill>
                  <a:srgbClr val="8EBBEE"/>
                </a:solidFill>
                <a:latin typeface="Arial"/>
                <a:ea typeface="Arial"/>
                <a:cs typeface="Arial"/>
              </a:defRPr>
            </a:lvl2pPr>
            <a:lvl3pPr>
              <a:defRPr sz="1650" b="0">
                <a:solidFill>
                  <a:srgbClr val="8EBBEE"/>
                </a:solidFill>
                <a:latin typeface="Arial"/>
                <a:ea typeface="Arial"/>
                <a:cs typeface="Arial"/>
              </a:defRPr>
            </a:lvl3pPr>
            <a:lvl4pPr>
              <a:defRPr sz="1650" b="0">
                <a:solidFill>
                  <a:srgbClr val="8EBBEE"/>
                </a:solidFill>
                <a:latin typeface="Arial"/>
                <a:ea typeface="Arial"/>
                <a:cs typeface="Arial"/>
              </a:defRPr>
            </a:lvl4pPr>
            <a:lvl5pPr>
              <a:defRPr sz="1650" b="0">
                <a:solidFill>
                  <a:srgbClr val="8EBBEE"/>
                </a:solidFill>
                <a:latin typeface="Arial"/>
                <a:ea typeface="Arial"/>
                <a:cs typeface="Arial"/>
              </a:defRPr>
            </a:lvl5pPr>
            <a:lvl6pPr>
              <a:defRPr sz="1650" b="0">
                <a:solidFill>
                  <a:srgbClr val="8EBBEE"/>
                </a:solidFill>
                <a:latin typeface="Arial"/>
                <a:ea typeface="Arial"/>
                <a:cs typeface="Arial"/>
              </a:defRPr>
            </a:lvl6pPr>
            <a:lvl7pPr>
              <a:defRPr sz="1650" b="0">
                <a:solidFill>
                  <a:srgbClr val="8EBBEE"/>
                </a:solidFill>
                <a:latin typeface="Arial"/>
                <a:ea typeface="Arial"/>
                <a:cs typeface="Arial"/>
              </a:defRPr>
            </a:lvl7pPr>
            <a:lvl8pPr>
              <a:defRPr sz="1650" b="0">
                <a:solidFill>
                  <a:srgbClr val="8EBBEE"/>
                </a:solidFill>
                <a:latin typeface="Arial"/>
                <a:ea typeface="Arial"/>
                <a:cs typeface="Arial"/>
              </a:defRPr>
            </a:lvl8pPr>
            <a:lvl9pPr>
              <a:defRPr sz="1650" b="0">
                <a:solidFill>
                  <a:srgbClr val="8EBBEE"/>
                </a:solidFill>
                <a:latin typeface="Arial"/>
                <a:ea typeface="Arial"/>
                <a:cs typeface="Arial"/>
              </a:defRPr>
            </a:lvl9pPr>
          </a:lstStyle>
          <a:p xmlns:a="http://schemas.openxmlformats.org/drawingml/2006/main">
            <a:pPr>
              <a:defRPr sz="1650" b="0">
                <a:solidFill>
                  <a:srgbClr val="8EBBEE"/>
                </a:solidFill>
                <a:latin typeface="Arial"/>
                <a:ea typeface="Arial"/>
                <a:cs typeface="Arial"/>
              </a:defRPr>
            </a:pPr>
            <a:r>
              <a:rPr sz="1650" b="0">
                <a:solidFill>
                  <a:srgbClr val="8EBBEE"/>
                </a:solidFill>
                <a:latin typeface="Arial"/>
                <a:ea typeface="Arial"/>
                <a:cs typeface="Arial"/>
              </a:rPr>
              <a:t>02</a:t>
            </a:r>
          </a:p>
        </p:txBody>
      </p:sp>
      <p:sp>
        <p:nvSpPr>
          <p:cNvPr id="25" name="">
            <a:extLst xmlns:a="http://schemas.openxmlformats.org/drawingml/2006/main">
              <a:ext uri="{FF2B5EF4-FFF2-40B4-BE49-F238E27FC236}">
                <a16:creationId xmlns:a16="http://schemas.microsoft.com/office/drawing/2014/main" id="{236693ED-99AF-4713-AC93-555A609F466A}"/>
              </a:ext>
            </a:extLst>
          </p:cNvPr>
          <p:cNvSpPr>
            <a:spLocks xmlns:a="http://schemas.openxmlformats.org/drawingml/2006/main" noGrp="1"/>
          </p:cNvSpPr>
          <p:nvPr/>
        </p:nvSpPr>
        <p:spPr>
          <a:xfrm xmlns:a="http://schemas.openxmlformats.org/drawingml/2006/main">
            <a:off x="8058150" y="4114800"/>
            <a:ext cx="350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Кездейсоқ таңдау</a:t>
            </a:r>
          </a:p>
        </p:txBody>
      </p:sp>
      <p:sp>
        <p:nvSpPr>
          <p:cNvPr id="26" name="">
            <a:extLst xmlns:a="http://schemas.openxmlformats.org/drawingml/2006/main">
              <a:ext uri="{FF2B5EF4-FFF2-40B4-BE49-F238E27FC236}">
                <a16:creationId xmlns:a16="http://schemas.microsoft.com/office/drawing/2014/main" id="{B38AC5B4-F3A3-4FD8-8DAD-12D03831D985}"/>
              </a:ext>
            </a:extLst>
          </p:cNvPr>
          <p:cNvSpPr>
            <a:spLocks xmlns:a="http://schemas.openxmlformats.org/drawingml/2006/main" noGrp="1"/>
          </p:cNvSpPr>
          <p:nvPr/>
        </p:nvSpPr>
        <p:spPr>
          <a:xfrm xmlns:a="http://schemas.openxmlformats.org/drawingml/2006/main">
            <a:off x="7524750" y="480060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8EBBEE"/>
                </a:solidFill>
                <a:latin typeface="Arial"/>
                <a:ea typeface="Arial"/>
                <a:cs typeface="Arial"/>
              </a:defRPr>
            </a:defPPr>
            <a:lvl1pPr>
              <a:defRPr sz="1650" b="0">
                <a:solidFill>
                  <a:srgbClr val="8EBBEE"/>
                </a:solidFill>
                <a:latin typeface="Arial"/>
                <a:ea typeface="Arial"/>
                <a:cs typeface="Arial"/>
              </a:defRPr>
            </a:lvl1pPr>
            <a:lvl2pPr>
              <a:defRPr sz="1650" b="0">
                <a:solidFill>
                  <a:srgbClr val="8EBBEE"/>
                </a:solidFill>
                <a:latin typeface="Arial"/>
                <a:ea typeface="Arial"/>
                <a:cs typeface="Arial"/>
              </a:defRPr>
            </a:lvl2pPr>
            <a:lvl3pPr>
              <a:defRPr sz="1650" b="0">
                <a:solidFill>
                  <a:srgbClr val="8EBBEE"/>
                </a:solidFill>
                <a:latin typeface="Arial"/>
                <a:ea typeface="Arial"/>
                <a:cs typeface="Arial"/>
              </a:defRPr>
            </a:lvl3pPr>
            <a:lvl4pPr>
              <a:defRPr sz="1650" b="0">
                <a:solidFill>
                  <a:srgbClr val="8EBBEE"/>
                </a:solidFill>
                <a:latin typeface="Arial"/>
                <a:ea typeface="Arial"/>
                <a:cs typeface="Arial"/>
              </a:defRPr>
            </a:lvl4pPr>
            <a:lvl5pPr>
              <a:defRPr sz="1650" b="0">
                <a:solidFill>
                  <a:srgbClr val="8EBBEE"/>
                </a:solidFill>
                <a:latin typeface="Arial"/>
                <a:ea typeface="Arial"/>
                <a:cs typeface="Arial"/>
              </a:defRPr>
            </a:lvl5pPr>
            <a:lvl6pPr>
              <a:defRPr sz="1650" b="0">
                <a:solidFill>
                  <a:srgbClr val="8EBBEE"/>
                </a:solidFill>
                <a:latin typeface="Arial"/>
                <a:ea typeface="Arial"/>
                <a:cs typeface="Arial"/>
              </a:defRPr>
            </a:lvl6pPr>
            <a:lvl7pPr>
              <a:defRPr sz="1650" b="0">
                <a:solidFill>
                  <a:srgbClr val="8EBBEE"/>
                </a:solidFill>
                <a:latin typeface="Arial"/>
                <a:ea typeface="Arial"/>
                <a:cs typeface="Arial"/>
              </a:defRPr>
            </a:lvl7pPr>
            <a:lvl8pPr>
              <a:defRPr sz="1650" b="0">
                <a:solidFill>
                  <a:srgbClr val="8EBBEE"/>
                </a:solidFill>
                <a:latin typeface="Arial"/>
                <a:ea typeface="Arial"/>
                <a:cs typeface="Arial"/>
              </a:defRPr>
            </a:lvl8pPr>
            <a:lvl9pPr>
              <a:defRPr sz="1650" b="0">
                <a:solidFill>
                  <a:srgbClr val="8EBBEE"/>
                </a:solidFill>
                <a:latin typeface="Arial"/>
                <a:ea typeface="Arial"/>
                <a:cs typeface="Arial"/>
              </a:defRPr>
            </a:lvl9pPr>
          </a:lstStyle>
          <a:p xmlns:a="http://schemas.openxmlformats.org/drawingml/2006/main">
            <a:pPr>
              <a:defRPr sz="1650" b="0">
                <a:solidFill>
                  <a:srgbClr val="8EBBEE"/>
                </a:solidFill>
                <a:latin typeface="Arial"/>
                <a:ea typeface="Arial"/>
                <a:cs typeface="Arial"/>
              </a:defRPr>
            </a:pPr>
            <a:r>
              <a:rPr sz="1650" b="0">
                <a:solidFill>
                  <a:srgbClr val="8EBBEE"/>
                </a:solidFill>
                <a:latin typeface="Arial"/>
                <a:ea typeface="Arial"/>
                <a:cs typeface="Arial"/>
              </a:rPr>
              <a:t>03</a:t>
            </a:r>
          </a:p>
        </p:txBody>
      </p:sp>
      <p:sp>
        <p:nvSpPr>
          <p:cNvPr id="27" name="">
            <a:extLst xmlns:a="http://schemas.openxmlformats.org/drawingml/2006/main">
              <a:ext uri="{FF2B5EF4-FFF2-40B4-BE49-F238E27FC236}">
                <a16:creationId xmlns:a16="http://schemas.microsoft.com/office/drawing/2014/main" id="{EB7DB4C2-A9E4-48A8-B169-B4C98E8FD56E}"/>
              </a:ext>
            </a:extLst>
          </p:cNvPr>
          <p:cNvSpPr>
            <a:spLocks xmlns:a="http://schemas.openxmlformats.org/drawingml/2006/main" noGrp="1"/>
          </p:cNvSpPr>
          <p:nvPr/>
        </p:nvSpPr>
        <p:spPr>
          <a:xfrm xmlns:a="http://schemas.openxmlformats.org/drawingml/2006/main">
            <a:off x="8058150" y="4752975"/>
            <a:ext cx="350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Ұйымдастырушы табысы</a:t>
            </a:r>
          </a:p>
        </p:txBody>
      </p:sp>
      <p:sp>
        <p:nvSpPr>
          <p:cNvPr id="28" name="">
            <a:extLst xmlns:a="http://schemas.openxmlformats.org/drawingml/2006/main">
              <a:ext uri="{FF2B5EF4-FFF2-40B4-BE49-F238E27FC236}">
                <a16:creationId xmlns:a16="http://schemas.microsoft.com/office/drawing/2014/main" id="{67648881-27A2-41B5-A39E-BD63D7DB287B}"/>
              </a:ext>
            </a:extLst>
          </p:cNvPr>
          <p:cNvSpPr>
            <a:spLocks xmlns:a="http://schemas.openxmlformats.org/drawingml/2006/main" noGrp="1"/>
          </p:cNvSpPr>
          <p:nvPr/>
        </p:nvSpPr>
        <p:spPr>
          <a:xfrm xmlns:a="http://schemas.openxmlformats.org/drawingml/2006/main">
            <a:off x="533400" y="6057900"/>
            <a:ext cx="1112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3EF45B2-91BA-4A64-B779-058601AC3B53}"/>
              </a:ext>
            </a:extLst>
          </p:cNvPr>
          <p:cNvSpPr>
            <a:spLocks xmlns:a="http://schemas.openxmlformats.org/drawingml/2006/main" noGrp="1"/>
          </p:cNvSpPr>
          <p:nvPr/>
        </p:nvSpPr>
        <p:spPr>
          <a:xfrm xmlns:a="http://schemas.openxmlformats.org/drawingml/2006/main">
            <a:off x="533400" y="61912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ADBDC7"/>
                </a:solidFill>
                <a:latin typeface="Arial"/>
                <a:ea typeface="Arial"/>
                <a:cs typeface="Arial"/>
              </a:defRPr>
            </a:defPPr>
            <a:lvl1pPr>
              <a:defRPr sz="1725" b="0">
                <a:solidFill>
                  <a:srgbClr val="ADBDC7"/>
                </a:solidFill>
                <a:latin typeface="Arial"/>
                <a:ea typeface="Arial"/>
                <a:cs typeface="Arial"/>
              </a:defRPr>
            </a:lvl1pPr>
            <a:lvl2pPr>
              <a:defRPr sz="1725" b="0">
                <a:solidFill>
                  <a:srgbClr val="ADBDC7"/>
                </a:solidFill>
                <a:latin typeface="Arial"/>
                <a:ea typeface="Arial"/>
                <a:cs typeface="Arial"/>
              </a:defRPr>
            </a:lvl2pPr>
            <a:lvl3pPr>
              <a:defRPr sz="1725" b="0">
                <a:solidFill>
                  <a:srgbClr val="ADBDC7"/>
                </a:solidFill>
                <a:latin typeface="Arial"/>
                <a:ea typeface="Arial"/>
                <a:cs typeface="Arial"/>
              </a:defRPr>
            </a:lvl3pPr>
            <a:lvl4pPr>
              <a:defRPr sz="1725" b="0">
                <a:solidFill>
                  <a:srgbClr val="ADBDC7"/>
                </a:solidFill>
                <a:latin typeface="Arial"/>
                <a:ea typeface="Arial"/>
                <a:cs typeface="Arial"/>
              </a:defRPr>
            </a:lvl4pPr>
            <a:lvl5pPr>
              <a:defRPr sz="1725" b="0">
                <a:solidFill>
                  <a:srgbClr val="ADBDC7"/>
                </a:solidFill>
                <a:latin typeface="Arial"/>
                <a:ea typeface="Arial"/>
                <a:cs typeface="Arial"/>
              </a:defRPr>
            </a:lvl5pPr>
            <a:lvl6pPr>
              <a:defRPr sz="1725" b="0">
                <a:solidFill>
                  <a:srgbClr val="ADBDC7"/>
                </a:solidFill>
                <a:latin typeface="Arial"/>
                <a:ea typeface="Arial"/>
                <a:cs typeface="Arial"/>
              </a:defRPr>
            </a:lvl6pPr>
            <a:lvl7pPr>
              <a:defRPr sz="1725" b="0">
                <a:solidFill>
                  <a:srgbClr val="ADBDC7"/>
                </a:solidFill>
                <a:latin typeface="Arial"/>
                <a:ea typeface="Arial"/>
                <a:cs typeface="Arial"/>
              </a:defRPr>
            </a:lvl7pPr>
            <a:lvl8pPr>
              <a:defRPr sz="1725" b="0">
                <a:solidFill>
                  <a:srgbClr val="ADBDC7"/>
                </a:solidFill>
                <a:latin typeface="Arial"/>
                <a:ea typeface="Arial"/>
                <a:cs typeface="Arial"/>
              </a:defRPr>
            </a:lvl8pPr>
            <a:lvl9pPr>
              <a:defRPr sz="1725" b="0">
                <a:solidFill>
                  <a:srgbClr val="ADBDC7"/>
                </a:solidFill>
                <a:latin typeface="Arial"/>
                <a:ea typeface="Arial"/>
                <a:cs typeface="Arial"/>
              </a:defRPr>
            </a:lvl9pPr>
          </a:lstStyle>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Тегін конкурс автоматты түрде жоғары тәуекелге жатпайды.</a:t>
            </a:r>
          </a:p>
        </p:txBody>
      </p:sp>
    </p:spTree>
    <p:extLst>
      <p:ext uri="{BB962C8B-B14F-4D97-AF65-F5344CB8AC3E}">
        <p14:creationId xmlns:p14="http://schemas.microsoft.com/office/powerpoint/2010/main" val="903307541"/>
      </p:ext>
    </p:extLst>
  </p:cSld>
</p:sld>
</file>

<file path=ppt/slides/slide4.xml><?xml version="1.0" encoding="utf-8"?>
<p:sld xmlns:p="http://schemas.openxmlformats.org/presentationml/2006/main">
  <p:cSld>
    <p:bg>
      <p:bgPr>
        <a:solidFill xmlns:a="http://schemas.openxmlformats.org/drawingml/2006/main">
          <a:srgbClr val="10171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9CD7E98-2963-4217-BFEE-3302B1743CB3}"/>
              </a:ext>
            </a:extLst>
          </p:cNvPr>
          <p:cNvSpPr>
            <a:spLocks xmlns:a="http://schemas.openxmlformats.org/drawingml/2006/main" noGrp="1"/>
          </p:cNvSpPr>
          <p:nvPr/>
        </p:nvSpPr>
        <p:spPr>
          <a:xfrm xmlns:a="http://schemas.openxmlformats.org/drawingml/2006/main">
            <a:off x="533400" y="428625"/>
            <a:ext cx="342900" cy="38100"/>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43E158-4640-49A5-814F-0E1173EA0765}"/>
              </a:ext>
            </a:extLst>
          </p:cNvPr>
          <p:cNvSpPr>
            <a:spLocks xmlns:a="http://schemas.openxmlformats.org/drawingml/2006/main" noGrp="1"/>
          </p:cNvSpPr>
          <p:nvPr/>
        </p:nvSpPr>
        <p:spPr>
          <a:xfrm xmlns:a="http://schemas.openxmlformats.org/drawingml/2006/main">
            <a:off x="10287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03  /  ЕКІНШІ БАҒЫТ</a:t>
            </a:r>
          </a:p>
        </p:txBody>
      </p:sp>
      <p:sp>
        <p:nvSpPr>
          <p:cNvPr id="4" name="">
            <a:extLst xmlns:a="http://schemas.openxmlformats.org/drawingml/2006/main">
              <a:ext uri="{FF2B5EF4-FFF2-40B4-BE49-F238E27FC236}">
                <a16:creationId xmlns:a16="http://schemas.microsoft.com/office/drawing/2014/main" id="{2AF1B180-C581-4BA8-BE3E-C3FB68411076}"/>
              </a:ext>
            </a:extLst>
          </p:cNvPr>
          <p:cNvSpPr>
            <a:spLocks xmlns:a="http://schemas.openxmlformats.org/drawingml/2006/main" noGrp="1"/>
          </p:cNvSpPr>
          <p:nvPr/>
        </p:nvSpPr>
        <p:spPr>
          <a:xfrm xmlns:a="http://schemas.openxmlformats.org/drawingml/2006/main">
            <a:off x="10858500" y="2667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04 / 08</a:t>
            </a:r>
          </a:p>
        </p:txBody>
      </p:sp>
      <p:sp>
        <p:nvSpPr>
          <p:cNvPr id="5" name="">
            <a:extLst xmlns:a="http://schemas.openxmlformats.org/drawingml/2006/main">
              <a:ext uri="{FF2B5EF4-FFF2-40B4-BE49-F238E27FC236}">
                <a16:creationId xmlns:a16="http://schemas.microsoft.com/office/drawing/2014/main" id="{3195C72A-A688-46CA-BDA6-470AA57CCD14}"/>
              </a:ext>
            </a:extLst>
          </p:cNvPr>
          <p:cNvSpPr>
            <a:spLocks xmlns:a="http://schemas.openxmlformats.org/drawingml/2006/main" noGrp="1"/>
          </p:cNvSpPr>
          <p:nvPr/>
        </p:nvSpPr>
        <p:spPr>
          <a:xfrm xmlns:a="http://schemas.openxmlformats.org/drawingml/2006/main">
            <a:off x="533400" y="8001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F0F5F5"/>
                </a:solidFill>
                <a:latin typeface="Arial"/>
                <a:ea typeface="Arial"/>
                <a:cs typeface="Arial"/>
              </a:defRPr>
            </a:defPPr>
            <a:lvl1pPr>
              <a:defRPr sz="3300" b="1">
                <a:solidFill>
                  <a:srgbClr val="F0F5F5"/>
                </a:solidFill>
                <a:latin typeface="Arial"/>
                <a:ea typeface="Arial"/>
                <a:cs typeface="Arial"/>
              </a:defRPr>
            </a:lvl1pPr>
            <a:lvl2pPr>
              <a:defRPr sz="3300" b="1">
                <a:solidFill>
                  <a:srgbClr val="F0F5F5"/>
                </a:solidFill>
                <a:latin typeface="Arial"/>
                <a:ea typeface="Arial"/>
                <a:cs typeface="Arial"/>
              </a:defRPr>
            </a:lvl2pPr>
            <a:lvl3pPr>
              <a:defRPr sz="3300" b="1">
                <a:solidFill>
                  <a:srgbClr val="F0F5F5"/>
                </a:solidFill>
                <a:latin typeface="Arial"/>
                <a:ea typeface="Arial"/>
                <a:cs typeface="Arial"/>
              </a:defRPr>
            </a:lvl3pPr>
            <a:lvl4pPr>
              <a:defRPr sz="3300" b="1">
                <a:solidFill>
                  <a:srgbClr val="F0F5F5"/>
                </a:solidFill>
                <a:latin typeface="Arial"/>
                <a:ea typeface="Arial"/>
                <a:cs typeface="Arial"/>
              </a:defRPr>
            </a:lvl4pPr>
            <a:lvl5pPr>
              <a:defRPr sz="3300" b="1">
                <a:solidFill>
                  <a:srgbClr val="F0F5F5"/>
                </a:solidFill>
                <a:latin typeface="Arial"/>
                <a:ea typeface="Arial"/>
                <a:cs typeface="Arial"/>
              </a:defRPr>
            </a:lvl5pPr>
            <a:lvl6pPr>
              <a:defRPr sz="3300" b="1">
                <a:solidFill>
                  <a:srgbClr val="F0F5F5"/>
                </a:solidFill>
                <a:latin typeface="Arial"/>
                <a:ea typeface="Arial"/>
                <a:cs typeface="Arial"/>
              </a:defRPr>
            </a:lvl6pPr>
            <a:lvl7pPr>
              <a:defRPr sz="3300" b="1">
                <a:solidFill>
                  <a:srgbClr val="F0F5F5"/>
                </a:solidFill>
                <a:latin typeface="Arial"/>
                <a:ea typeface="Arial"/>
                <a:cs typeface="Arial"/>
              </a:defRPr>
            </a:lvl7pPr>
            <a:lvl8pPr>
              <a:defRPr sz="3300" b="1">
                <a:solidFill>
                  <a:srgbClr val="F0F5F5"/>
                </a:solidFill>
                <a:latin typeface="Arial"/>
                <a:ea typeface="Arial"/>
                <a:cs typeface="Arial"/>
              </a:defRPr>
            </a:lvl8pPr>
            <a:lvl9pPr>
              <a:defRPr sz="3300" b="1">
                <a:solidFill>
                  <a:srgbClr val="F0F5F5"/>
                </a:solidFill>
                <a:latin typeface="Arial"/>
                <a:ea typeface="Arial"/>
                <a:cs typeface="Arial"/>
              </a:defRPr>
            </a:lvl9pPr>
          </a:lstStyle>
          <a:p xmlns:a="http://schemas.openxmlformats.org/drawingml/2006/main">
            <a:pPr>
              <a:defRPr sz="3300" b="1">
                <a:solidFill>
                  <a:srgbClr val="F0F5F5"/>
                </a:solidFill>
                <a:latin typeface="Arial"/>
                <a:ea typeface="Arial"/>
                <a:cs typeface="Arial"/>
              </a:defRPr>
            </a:pPr>
            <a:r>
              <a:rPr sz="3300" b="1">
                <a:solidFill>
                  <a:srgbClr val="F0F5F5"/>
                </a:solidFill>
                <a:latin typeface="Arial"/>
                <a:ea typeface="Arial"/>
                <a:cs typeface="Arial"/>
              </a:rPr>
              <a:t>Онлайн-казиноның жасырын жарнамасы</a:t>
            </a:r>
          </a:p>
        </p:txBody>
      </p:sp>
      <p:sp>
        <p:nvSpPr>
          <p:cNvPr id="6" name="">
            <a:extLst xmlns:a="http://schemas.openxmlformats.org/drawingml/2006/main">
              <a:ext uri="{FF2B5EF4-FFF2-40B4-BE49-F238E27FC236}">
                <a16:creationId xmlns:a16="http://schemas.microsoft.com/office/drawing/2014/main" id="{3F40E3BB-DB10-44E4-9C8E-4993F0A1D32E}"/>
              </a:ext>
            </a:extLst>
          </p:cNvPr>
          <p:cNvSpPr>
            <a:spLocks xmlns:a="http://schemas.openxmlformats.org/drawingml/2006/main" noGrp="1"/>
          </p:cNvSpPr>
          <p:nvPr/>
        </p:nvSpPr>
        <p:spPr>
          <a:xfrm xmlns:a="http://schemas.openxmlformats.org/drawingml/2006/main">
            <a:off x="552450" y="158115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ADBDC7"/>
                </a:solidFill>
                <a:latin typeface="Arial"/>
                <a:ea typeface="Arial"/>
                <a:cs typeface="Arial"/>
              </a:defRPr>
            </a:defPPr>
            <a:lvl1pPr>
              <a:defRPr sz="1950" b="0">
                <a:solidFill>
                  <a:srgbClr val="ADBDC7"/>
                </a:solidFill>
                <a:latin typeface="Arial"/>
                <a:ea typeface="Arial"/>
                <a:cs typeface="Arial"/>
              </a:defRPr>
            </a:lvl1pPr>
            <a:lvl2pPr>
              <a:defRPr sz="1950" b="0">
                <a:solidFill>
                  <a:srgbClr val="ADBDC7"/>
                </a:solidFill>
                <a:latin typeface="Arial"/>
                <a:ea typeface="Arial"/>
                <a:cs typeface="Arial"/>
              </a:defRPr>
            </a:lvl2pPr>
            <a:lvl3pPr>
              <a:defRPr sz="1950" b="0">
                <a:solidFill>
                  <a:srgbClr val="ADBDC7"/>
                </a:solidFill>
                <a:latin typeface="Arial"/>
                <a:ea typeface="Arial"/>
                <a:cs typeface="Arial"/>
              </a:defRPr>
            </a:lvl3pPr>
            <a:lvl4pPr>
              <a:defRPr sz="1950" b="0">
                <a:solidFill>
                  <a:srgbClr val="ADBDC7"/>
                </a:solidFill>
                <a:latin typeface="Arial"/>
                <a:ea typeface="Arial"/>
                <a:cs typeface="Arial"/>
              </a:defRPr>
            </a:lvl4pPr>
            <a:lvl5pPr>
              <a:defRPr sz="1950" b="0">
                <a:solidFill>
                  <a:srgbClr val="ADBDC7"/>
                </a:solidFill>
                <a:latin typeface="Arial"/>
                <a:ea typeface="Arial"/>
                <a:cs typeface="Arial"/>
              </a:defRPr>
            </a:lvl5pPr>
            <a:lvl6pPr>
              <a:defRPr sz="1950" b="0">
                <a:solidFill>
                  <a:srgbClr val="ADBDC7"/>
                </a:solidFill>
                <a:latin typeface="Arial"/>
                <a:ea typeface="Arial"/>
                <a:cs typeface="Arial"/>
              </a:defRPr>
            </a:lvl6pPr>
            <a:lvl7pPr>
              <a:defRPr sz="1950" b="0">
                <a:solidFill>
                  <a:srgbClr val="ADBDC7"/>
                </a:solidFill>
                <a:latin typeface="Arial"/>
                <a:ea typeface="Arial"/>
                <a:cs typeface="Arial"/>
              </a:defRPr>
            </a:lvl7pPr>
            <a:lvl8pPr>
              <a:defRPr sz="1950" b="0">
                <a:solidFill>
                  <a:srgbClr val="ADBDC7"/>
                </a:solidFill>
                <a:latin typeface="Arial"/>
                <a:ea typeface="Arial"/>
                <a:cs typeface="Arial"/>
              </a:defRPr>
            </a:lvl8pPr>
            <a:lvl9pPr>
              <a:defRPr sz="1950" b="0">
                <a:solidFill>
                  <a:srgbClr val="ADBDC7"/>
                </a:solidFill>
                <a:latin typeface="Arial"/>
                <a:ea typeface="Arial"/>
                <a:cs typeface="Arial"/>
              </a:defRPr>
            </a:lvl9pPr>
          </a:lstStyle>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Дәлел — жеке сілтеме емес, жарнама мен ойын ресурсының байланысы.</a:t>
            </a:r>
          </a:p>
        </p:txBody>
      </p:sp>
      <p:sp>
        <p:nvSpPr>
          <p:cNvPr id="7" name="">
            <a:extLst xmlns:a="http://schemas.openxmlformats.org/drawingml/2006/main">
              <a:ext uri="{FF2B5EF4-FFF2-40B4-BE49-F238E27FC236}">
                <a16:creationId xmlns:a16="http://schemas.microsoft.com/office/drawing/2014/main" id="{A244D71E-77CE-47BB-97A5-41096E3978CB}"/>
              </a:ext>
            </a:extLst>
          </p:cNvPr>
          <p:cNvSpPr>
            <a:spLocks xmlns:a="http://schemas.openxmlformats.org/drawingml/2006/main" noGrp="1"/>
          </p:cNvSpPr>
          <p:nvPr/>
        </p:nvSpPr>
        <p:spPr>
          <a:xfrm xmlns:a="http://schemas.openxmlformats.org/drawingml/2006/main">
            <a:off x="533400" y="21812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ADBDC7"/>
                </a:solidFill>
                <a:latin typeface="Arial"/>
                <a:ea typeface="Arial"/>
                <a:cs typeface="Arial"/>
              </a:defRPr>
            </a:defPPr>
            <a:lvl1pPr>
              <a:defRPr sz="1425" b="0">
                <a:solidFill>
                  <a:srgbClr val="ADBDC7"/>
                </a:solidFill>
                <a:latin typeface="Arial"/>
                <a:ea typeface="Arial"/>
                <a:cs typeface="Arial"/>
              </a:defRPr>
            </a:lvl1pPr>
            <a:lvl2pPr>
              <a:defRPr sz="1425" b="0">
                <a:solidFill>
                  <a:srgbClr val="ADBDC7"/>
                </a:solidFill>
                <a:latin typeface="Arial"/>
                <a:ea typeface="Arial"/>
                <a:cs typeface="Arial"/>
              </a:defRPr>
            </a:lvl2pPr>
            <a:lvl3pPr>
              <a:defRPr sz="1425" b="0">
                <a:solidFill>
                  <a:srgbClr val="ADBDC7"/>
                </a:solidFill>
                <a:latin typeface="Arial"/>
                <a:ea typeface="Arial"/>
                <a:cs typeface="Arial"/>
              </a:defRPr>
            </a:lvl3pPr>
            <a:lvl4pPr>
              <a:defRPr sz="1425" b="0">
                <a:solidFill>
                  <a:srgbClr val="ADBDC7"/>
                </a:solidFill>
                <a:latin typeface="Arial"/>
                <a:ea typeface="Arial"/>
                <a:cs typeface="Arial"/>
              </a:defRPr>
            </a:lvl4pPr>
            <a:lvl5pPr>
              <a:defRPr sz="1425" b="0">
                <a:solidFill>
                  <a:srgbClr val="ADBDC7"/>
                </a:solidFill>
                <a:latin typeface="Arial"/>
                <a:ea typeface="Arial"/>
                <a:cs typeface="Arial"/>
              </a:defRPr>
            </a:lvl5pPr>
            <a:lvl6pPr>
              <a:defRPr sz="1425" b="0">
                <a:solidFill>
                  <a:srgbClr val="ADBDC7"/>
                </a:solidFill>
                <a:latin typeface="Arial"/>
                <a:ea typeface="Arial"/>
                <a:cs typeface="Arial"/>
              </a:defRPr>
            </a:lvl6pPr>
            <a:lvl7pPr>
              <a:defRPr sz="1425" b="0">
                <a:solidFill>
                  <a:srgbClr val="ADBDC7"/>
                </a:solidFill>
                <a:latin typeface="Arial"/>
                <a:ea typeface="Arial"/>
                <a:cs typeface="Arial"/>
              </a:defRPr>
            </a:lvl7pPr>
            <a:lvl8pPr>
              <a:defRPr sz="1425" b="0">
                <a:solidFill>
                  <a:srgbClr val="ADBDC7"/>
                </a:solidFill>
                <a:latin typeface="Arial"/>
                <a:ea typeface="Arial"/>
                <a:cs typeface="Arial"/>
              </a:defRPr>
            </a:lvl8pPr>
            <a:lvl9pPr>
              <a:defRPr sz="1425" b="0">
                <a:solidFill>
                  <a:srgbClr val="ADBDC7"/>
                </a:solidFill>
                <a:latin typeface="Arial"/>
                <a:ea typeface="Arial"/>
                <a:cs typeface="Arial"/>
              </a:defRPr>
            </a:lvl9pPr>
          </a:lstStyle>
          <a:p xmlns:a="http://schemas.openxmlformats.org/drawingml/2006/main">
            <a:pPr>
              <a:defRPr sz="1425" b="0">
                <a:solidFill>
                  <a:srgbClr val="ADBDC7"/>
                </a:solidFill>
                <a:latin typeface="Arial"/>
                <a:ea typeface="Arial"/>
                <a:cs typeface="Arial"/>
              </a:defRPr>
            </a:pPr>
            <a:r>
              <a:rPr sz="1425" b="0">
                <a:solidFill>
                  <a:srgbClr val="ADBDC7"/>
                </a:solidFill>
                <a:latin typeface="Arial"/>
                <a:ea typeface="Arial"/>
                <a:cs typeface="Arial"/>
              </a:rPr>
              <a:t>Демонстрациялық мысал</a:t>
            </a:r>
          </a:p>
        </p:txBody>
      </p:sp>
      <p:sp>
        <p:nvSpPr>
          <p:cNvPr id="8" name="">
            <a:extLst xmlns:a="http://schemas.openxmlformats.org/drawingml/2006/main">
              <a:ext uri="{FF2B5EF4-FFF2-40B4-BE49-F238E27FC236}">
                <a16:creationId xmlns:a16="http://schemas.microsoft.com/office/drawing/2014/main" id="{C4EFDD47-673B-4BD3-9CC9-5CE7B2E1ABE7}"/>
              </a:ext>
            </a:extLst>
          </p:cNvPr>
          <p:cNvSpPr>
            <a:spLocks xmlns:a="http://schemas.openxmlformats.org/drawingml/2006/main" noGrp="1"/>
          </p:cNvSpPr>
          <p:nvPr/>
        </p:nvSpPr>
        <p:spPr>
          <a:xfrm xmlns:a="http://schemas.openxmlformats.org/drawingml/2006/main">
            <a:off x="533400" y="2676525"/>
            <a:ext cx="2552700" cy="1590675"/>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9" name="">
            <a:extLst xmlns:a="http://schemas.openxmlformats.org/drawingml/2006/main">
              <a:ext uri="{FF2B5EF4-FFF2-40B4-BE49-F238E27FC236}">
                <a16:creationId xmlns:a16="http://schemas.microsoft.com/office/drawing/2014/main" id="{AC98BA54-387C-49F7-B153-3F2EE61B1B4C}"/>
              </a:ext>
            </a:extLst>
          </p:cNvPr>
          <p:cNvSpPr>
            <a:spLocks xmlns:a="http://schemas.openxmlformats.org/drawingml/2006/main" noGrp="1"/>
          </p:cNvSpPr>
          <p:nvPr/>
        </p:nvSpPr>
        <p:spPr>
          <a:xfrm xmlns:a="http://schemas.openxmlformats.org/drawingml/2006/main">
            <a:off x="533400" y="2676525"/>
            <a:ext cx="2552700" cy="28575"/>
          </a:xfrm>
          <a:prstGeom xmlns:a="http://schemas.openxmlformats.org/drawingml/2006/main" prst="rect">
            <a:avLst/>
          </a:prstGeom>
          <a:solidFill xmlns:a="http://schemas.openxmlformats.org/drawingml/2006/main">
            <a:srgbClr val="C3B0F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0015CB7-5E76-441C-8224-D518BF8F428D}"/>
              </a:ext>
            </a:extLst>
          </p:cNvPr>
          <p:cNvSpPr>
            <a:spLocks xmlns:a="http://schemas.openxmlformats.org/drawingml/2006/main" noGrp="1"/>
          </p:cNvSpPr>
          <p:nvPr/>
        </p:nvSpPr>
        <p:spPr>
          <a:xfrm xmlns:a="http://schemas.openxmlformats.org/drawingml/2006/main">
            <a:off x="695325" y="2857500"/>
            <a:ext cx="22383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F0F5F5"/>
                </a:solidFill>
                <a:latin typeface="Arial"/>
                <a:ea typeface="Arial"/>
                <a:cs typeface="Arial"/>
              </a:defRPr>
            </a:defPPr>
            <a:lvl1pPr>
              <a:defRPr sz="2025" b="1">
                <a:solidFill>
                  <a:srgbClr val="F0F5F5"/>
                </a:solidFill>
                <a:latin typeface="Arial"/>
                <a:ea typeface="Arial"/>
                <a:cs typeface="Arial"/>
              </a:defRPr>
            </a:lvl1pPr>
            <a:lvl2pPr>
              <a:defRPr sz="2025" b="1">
                <a:solidFill>
                  <a:srgbClr val="F0F5F5"/>
                </a:solidFill>
                <a:latin typeface="Arial"/>
                <a:ea typeface="Arial"/>
                <a:cs typeface="Arial"/>
              </a:defRPr>
            </a:lvl2pPr>
            <a:lvl3pPr>
              <a:defRPr sz="2025" b="1">
                <a:solidFill>
                  <a:srgbClr val="F0F5F5"/>
                </a:solidFill>
                <a:latin typeface="Arial"/>
                <a:ea typeface="Arial"/>
                <a:cs typeface="Arial"/>
              </a:defRPr>
            </a:lvl3pPr>
            <a:lvl4pPr>
              <a:defRPr sz="2025" b="1">
                <a:solidFill>
                  <a:srgbClr val="F0F5F5"/>
                </a:solidFill>
                <a:latin typeface="Arial"/>
                <a:ea typeface="Arial"/>
                <a:cs typeface="Arial"/>
              </a:defRPr>
            </a:lvl4pPr>
            <a:lvl5pPr>
              <a:defRPr sz="2025" b="1">
                <a:solidFill>
                  <a:srgbClr val="F0F5F5"/>
                </a:solidFill>
                <a:latin typeface="Arial"/>
                <a:ea typeface="Arial"/>
                <a:cs typeface="Arial"/>
              </a:defRPr>
            </a:lvl5pPr>
            <a:lvl6pPr>
              <a:defRPr sz="2025" b="1">
                <a:solidFill>
                  <a:srgbClr val="F0F5F5"/>
                </a:solidFill>
                <a:latin typeface="Arial"/>
                <a:ea typeface="Arial"/>
                <a:cs typeface="Arial"/>
              </a:defRPr>
            </a:lvl6pPr>
            <a:lvl7pPr>
              <a:defRPr sz="2025" b="1">
                <a:solidFill>
                  <a:srgbClr val="F0F5F5"/>
                </a:solidFill>
                <a:latin typeface="Arial"/>
                <a:ea typeface="Arial"/>
                <a:cs typeface="Arial"/>
              </a:defRPr>
            </a:lvl7pPr>
            <a:lvl8pPr>
              <a:defRPr sz="2025" b="1">
                <a:solidFill>
                  <a:srgbClr val="F0F5F5"/>
                </a:solidFill>
                <a:latin typeface="Arial"/>
                <a:ea typeface="Arial"/>
                <a:cs typeface="Arial"/>
              </a:defRPr>
            </a:lvl8pPr>
            <a:lvl9pPr>
              <a:defRPr sz="2025" b="1">
                <a:solidFill>
                  <a:srgbClr val="F0F5F5"/>
                </a:solidFill>
                <a:latin typeface="Arial"/>
                <a:ea typeface="Arial"/>
                <a:cs typeface="Arial"/>
              </a:defRPr>
            </a:lvl9pPr>
          </a:lstStyle>
          <a:p xmlns:a="http://schemas.openxmlformats.org/drawingml/2006/main">
            <a:pPr>
              <a:defRPr sz="2025" b="1">
                <a:solidFill>
                  <a:srgbClr val="F0F5F5"/>
                </a:solidFill>
                <a:latin typeface="Arial"/>
                <a:ea typeface="Arial"/>
                <a:cs typeface="Arial"/>
              </a:defRPr>
            </a:pPr>
            <a:r>
              <a:rPr sz="2025" b="1">
                <a:solidFill>
                  <a:srgbClr val="F0F5F5"/>
                </a:solidFill>
                <a:latin typeface="Arial"/>
                <a:ea typeface="Arial"/>
                <a:cs typeface="Arial"/>
              </a:rPr>
              <a:t>Жарнамаға</a:t>
            </a:r>
          </a:p>
          <a:p xmlns:a="http://schemas.openxmlformats.org/drawingml/2006/main">
            <a:pPr>
              <a:defRPr sz="2025" b="1">
                <a:solidFill>
                  <a:srgbClr val="F0F5F5"/>
                </a:solidFill>
                <a:latin typeface="Arial"/>
                <a:ea typeface="Arial"/>
                <a:cs typeface="Arial"/>
              </a:defRPr>
            </a:pPr>
            <a:r>
              <a:rPr sz="2025" b="1">
                <a:solidFill>
                  <a:srgbClr val="F0F5F5"/>
                </a:solidFill>
                <a:latin typeface="Arial"/>
                <a:ea typeface="Arial"/>
                <a:cs typeface="Arial"/>
              </a:rPr>
              <a:t>ұқсамайтын жазба</a:t>
            </a:r>
          </a:p>
        </p:txBody>
      </p:sp>
      <p:sp>
        <p:nvSpPr>
          <p:cNvPr id="11" name="">
            <a:extLst xmlns:a="http://schemas.openxmlformats.org/drawingml/2006/main">
              <a:ext uri="{FF2B5EF4-FFF2-40B4-BE49-F238E27FC236}">
                <a16:creationId xmlns:a16="http://schemas.microsoft.com/office/drawing/2014/main" id="{FFB74E47-3069-4369-9202-F3676E8A8C61}"/>
              </a:ext>
            </a:extLst>
          </p:cNvPr>
          <p:cNvSpPr>
            <a:spLocks xmlns:a="http://schemas.openxmlformats.org/drawingml/2006/main" noGrp="1"/>
          </p:cNvSpPr>
          <p:nvPr/>
        </p:nvSpPr>
        <p:spPr>
          <a:xfrm xmlns:a="http://schemas.openxmlformats.org/drawingml/2006/main">
            <a:off x="695325" y="37719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C3B0F4"/>
                </a:solidFill>
                <a:latin typeface="Arial"/>
                <a:ea typeface="Arial"/>
                <a:cs typeface="Arial"/>
              </a:defRPr>
            </a:defPPr>
            <a:lvl1pPr>
              <a:defRPr sz="1575" b="0">
                <a:solidFill>
                  <a:srgbClr val="C3B0F4"/>
                </a:solidFill>
                <a:latin typeface="Arial"/>
                <a:ea typeface="Arial"/>
                <a:cs typeface="Arial"/>
              </a:defRPr>
            </a:lvl1pPr>
            <a:lvl2pPr>
              <a:defRPr sz="1575" b="0">
                <a:solidFill>
                  <a:srgbClr val="C3B0F4"/>
                </a:solidFill>
                <a:latin typeface="Arial"/>
                <a:ea typeface="Arial"/>
                <a:cs typeface="Arial"/>
              </a:defRPr>
            </a:lvl2pPr>
            <a:lvl3pPr>
              <a:defRPr sz="1575" b="0">
                <a:solidFill>
                  <a:srgbClr val="C3B0F4"/>
                </a:solidFill>
                <a:latin typeface="Arial"/>
                <a:ea typeface="Arial"/>
                <a:cs typeface="Arial"/>
              </a:defRPr>
            </a:lvl3pPr>
            <a:lvl4pPr>
              <a:defRPr sz="1575" b="0">
                <a:solidFill>
                  <a:srgbClr val="C3B0F4"/>
                </a:solidFill>
                <a:latin typeface="Arial"/>
                <a:ea typeface="Arial"/>
                <a:cs typeface="Arial"/>
              </a:defRPr>
            </a:lvl4pPr>
            <a:lvl5pPr>
              <a:defRPr sz="1575" b="0">
                <a:solidFill>
                  <a:srgbClr val="C3B0F4"/>
                </a:solidFill>
                <a:latin typeface="Arial"/>
                <a:ea typeface="Arial"/>
                <a:cs typeface="Arial"/>
              </a:defRPr>
            </a:lvl5pPr>
            <a:lvl6pPr>
              <a:defRPr sz="1575" b="0">
                <a:solidFill>
                  <a:srgbClr val="C3B0F4"/>
                </a:solidFill>
                <a:latin typeface="Arial"/>
                <a:ea typeface="Arial"/>
                <a:cs typeface="Arial"/>
              </a:defRPr>
            </a:lvl6pPr>
            <a:lvl7pPr>
              <a:defRPr sz="1575" b="0">
                <a:solidFill>
                  <a:srgbClr val="C3B0F4"/>
                </a:solidFill>
                <a:latin typeface="Arial"/>
                <a:ea typeface="Arial"/>
                <a:cs typeface="Arial"/>
              </a:defRPr>
            </a:lvl7pPr>
            <a:lvl8pPr>
              <a:defRPr sz="1575" b="0">
                <a:solidFill>
                  <a:srgbClr val="C3B0F4"/>
                </a:solidFill>
                <a:latin typeface="Arial"/>
                <a:ea typeface="Arial"/>
                <a:cs typeface="Arial"/>
              </a:defRPr>
            </a:lvl8pPr>
            <a:lvl9pPr>
              <a:defRPr sz="1575" b="0">
                <a:solidFill>
                  <a:srgbClr val="C3B0F4"/>
                </a:solidFill>
                <a:latin typeface="Arial"/>
                <a:ea typeface="Arial"/>
                <a:cs typeface="Arial"/>
              </a:defRPr>
            </a:lvl9pPr>
          </a:lstStyle>
          <a:p xmlns:a="http://schemas.openxmlformats.org/drawingml/2006/main">
            <a:pPr>
              <a:defRPr sz="1575" b="0">
                <a:solidFill>
                  <a:srgbClr val="C3B0F4"/>
                </a:solidFill>
                <a:latin typeface="Arial"/>
                <a:ea typeface="Arial"/>
                <a:cs typeface="Arial"/>
              </a:defRPr>
            </a:pPr>
            <a:r>
              <a:rPr sz="1575" b="0">
                <a:solidFill>
                  <a:srgbClr val="C3B0F4"/>
                </a:solidFill>
                <a:latin typeface="Arial"/>
                <a:ea typeface="Arial"/>
                <a:cs typeface="Arial"/>
              </a:rPr>
              <a:t>«Бүгін жолым болды»</a:t>
            </a:r>
          </a:p>
        </p:txBody>
      </p:sp>
      <p:sp>
        <p:nvSpPr>
          <p:cNvPr id="12" name="">
            <a:extLst xmlns:a="http://schemas.openxmlformats.org/drawingml/2006/main">
              <a:ext uri="{FF2B5EF4-FFF2-40B4-BE49-F238E27FC236}">
                <a16:creationId xmlns:a16="http://schemas.microsoft.com/office/drawing/2014/main" id="{CB1832B2-26A6-4AF6-B7C9-410CE708D475}"/>
              </a:ext>
            </a:extLst>
          </p:cNvPr>
          <p:cNvSpPr>
            <a:spLocks xmlns:a="http://schemas.openxmlformats.org/drawingml/2006/main" noGrp="1"/>
          </p:cNvSpPr>
          <p:nvPr/>
        </p:nvSpPr>
        <p:spPr>
          <a:xfrm xmlns:a="http://schemas.openxmlformats.org/drawingml/2006/main">
            <a:off x="3390900" y="2676525"/>
            <a:ext cx="2552700" cy="1590675"/>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13" name="">
            <a:extLst xmlns:a="http://schemas.openxmlformats.org/drawingml/2006/main">
              <a:ext uri="{FF2B5EF4-FFF2-40B4-BE49-F238E27FC236}">
                <a16:creationId xmlns:a16="http://schemas.microsoft.com/office/drawing/2014/main" id="{C44889C1-2BF0-44A2-ADD3-9CAF2546F073}"/>
              </a:ext>
            </a:extLst>
          </p:cNvPr>
          <p:cNvSpPr>
            <a:spLocks xmlns:a="http://schemas.openxmlformats.org/drawingml/2006/main" noGrp="1"/>
          </p:cNvSpPr>
          <p:nvPr/>
        </p:nvSpPr>
        <p:spPr>
          <a:xfrm xmlns:a="http://schemas.openxmlformats.org/drawingml/2006/main">
            <a:off x="3390900" y="2676525"/>
            <a:ext cx="2552700" cy="28575"/>
          </a:xfrm>
          <a:prstGeom xmlns:a="http://schemas.openxmlformats.org/drawingml/2006/main" prst="rect">
            <a:avLst/>
          </a:prstGeom>
          <a:solidFill xmlns:a="http://schemas.openxmlformats.org/drawingml/2006/main">
            <a:srgbClr val="C3B0F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BDA088-C5DC-4C38-A30F-E2DFED652232}"/>
              </a:ext>
            </a:extLst>
          </p:cNvPr>
          <p:cNvSpPr>
            <a:spLocks xmlns:a="http://schemas.openxmlformats.org/drawingml/2006/main" noGrp="1"/>
          </p:cNvSpPr>
          <p:nvPr/>
        </p:nvSpPr>
        <p:spPr>
          <a:xfrm xmlns:a="http://schemas.openxmlformats.org/drawingml/2006/main">
            <a:off x="3552825" y="2857500"/>
            <a:ext cx="22383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F0F5F5"/>
                </a:solidFill>
                <a:latin typeface="Arial"/>
                <a:ea typeface="Arial"/>
                <a:cs typeface="Arial"/>
              </a:defRPr>
            </a:defPPr>
            <a:lvl1pPr>
              <a:defRPr sz="2025" b="1">
                <a:solidFill>
                  <a:srgbClr val="F0F5F5"/>
                </a:solidFill>
                <a:latin typeface="Arial"/>
                <a:ea typeface="Arial"/>
                <a:cs typeface="Arial"/>
              </a:defRPr>
            </a:lvl1pPr>
            <a:lvl2pPr>
              <a:defRPr sz="2025" b="1">
                <a:solidFill>
                  <a:srgbClr val="F0F5F5"/>
                </a:solidFill>
                <a:latin typeface="Arial"/>
                <a:ea typeface="Arial"/>
                <a:cs typeface="Arial"/>
              </a:defRPr>
            </a:lvl2pPr>
            <a:lvl3pPr>
              <a:defRPr sz="2025" b="1">
                <a:solidFill>
                  <a:srgbClr val="F0F5F5"/>
                </a:solidFill>
                <a:latin typeface="Arial"/>
                <a:ea typeface="Arial"/>
                <a:cs typeface="Arial"/>
              </a:defRPr>
            </a:lvl3pPr>
            <a:lvl4pPr>
              <a:defRPr sz="2025" b="1">
                <a:solidFill>
                  <a:srgbClr val="F0F5F5"/>
                </a:solidFill>
                <a:latin typeface="Arial"/>
                <a:ea typeface="Arial"/>
                <a:cs typeface="Arial"/>
              </a:defRPr>
            </a:lvl4pPr>
            <a:lvl5pPr>
              <a:defRPr sz="2025" b="1">
                <a:solidFill>
                  <a:srgbClr val="F0F5F5"/>
                </a:solidFill>
                <a:latin typeface="Arial"/>
                <a:ea typeface="Arial"/>
                <a:cs typeface="Arial"/>
              </a:defRPr>
            </a:lvl5pPr>
            <a:lvl6pPr>
              <a:defRPr sz="2025" b="1">
                <a:solidFill>
                  <a:srgbClr val="F0F5F5"/>
                </a:solidFill>
                <a:latin typeface="Arial"/>
                <a:ea typeface="Arial"/>
                <a:cs typeface="Arial"/>
              </a:defRPr>
            </a:lvl6pPr>
            <a:lvl7pPr>
              <a:defRPr sz="2025" b="1">
                <a:solidFill>
                  <a:srgbClr val="F0F5F5"/>
                </a:solidFill>
                <a:latin typeface="Arial"/>
                <a:ea typeface="Arial"/>
                <a:cs typeface="Arial"/>
              </a:defRPr>
            </a:lvl7pPr>
            <a:lvl8pPr>
              <a:defRPr sz="2025" b="1">
                <a:solidFill>
                  <a:srgbClr val="F0F5F5"/>
                </a:solidFill>
                <a:latin typeface="Arial"/>
                <a:ea typeface="Arial"/>
                <a:cs typeface="Arial"/>
              </a:defRPr>
            </a:lvl8pPr>
            <a:lvl9pPr>
              <a:defRPr sz="2025" b="1">
                <a:solidFill>
                  <a:srgbClr val="F0F5F5"/>
                </a:solidFill>
                <a:latin typeface="Arial"/>
                <a:ea typeface="Arial"/>
                <a:cs typeface="Arial"/>
              </a:defRPr>
            </a:lvl9pPr>
          </a:lstStyle>
          <a:p xmlns:a="http://schemas.openxmlformats.org/drawingml/2006/main">
            <a:pPr>
              <a:defRPr sz="2025" b="1">
                <a:solidFill>
                  <a:srgbClr val="F0F5F5"/>
                </a:solidFill>
                <a:latin typeface="Arial"/>
                <a:ea typeface="Arial"/>
                <a:cs typeface="Arial"/>
              </a:defRPr>
            </a:pPr>
            <a:r>
              <a:rPr sz="2025" b="1">
                <a:solidFill>
                  <a:srgbClr val="F0F5F5"/>
                </a:solidFill>
                <a:latin typeface="Arial"/>
                <a:ea typeface="Arial"/>
                <a:cs typeface="Arial"/>
              </a:rPr>
              <a:t>Қысқа сілтеме</a:t>
            </a:r>
          </a:p>
        </p:txBody>
      </p:sp>
      <p:sp>
        <p:nvSpPr>
          <p:cNvPr id="15" name="">
            <a:extLst xmlns:a="http://schemas.openxmlformats.org/drawingml/2006/main">
              <a:ext uri="{FF2B5EF4-FFF2-40B4-BE49-F238E27FC236}">
                <a16:creationId xmlns:a16="http://schemas.microsoft.com/office/drawing/2014/main" id="{23F645CE-2FE7-4168-8A5A-3147543F25BF}"/>
              </a:ext>
            </a:extLst>
          </p:cNvPr>
          <p:cNvSpPr>
            <a:spLocks xmlns:a="http://schemas.openxmlformats.org/drawingml/2006/main" noGrp="1"/>
          </p:cNvSpPr>
          <p:nvPr/>
        </p:nvSpPr>
        <p:spPr>
          <a:xfrm xmlns:a="http://schemas.openxmlformats.org/drawingml/2006/main">
            <a:off x="3552825" y="37719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C3B0F4"/>
                </a:solidFill>
                <a:latin typeface="Arial"/>
                <a:ea typeface="Arial"/>
                <a:cs typeface="Arial"/>
              </a:defRPr>
            </a:defPPr>
            <a:lvl1pPr>
              <a:defRPr sz="1575" b="0">
                <a:solidFill>
                  <a:srgbClr val="C3B0F4"/>
                </a:solidFill>
                <a:latin typeface="Arial"/>
                <a:ea typeface="Arial"/>
                <a:cs typeface="Arial"/>
              </a:defRPr>
            </a:lvl1pPr>
            <a:lvl2pPr>
              <a:defRPr sz="1575" b="0">
                <a:solidFill>
                  <a:srgbClr val="C3B0F4"/>
                </a:solidFill>
                <a:latin typeface="Arial"/>
                <a:ea typeface="Arial"/>
                <a:cs typeface="Arial"/>
              </a:defRPr>
            </a:lvl2pPr>
            <a:lvl3pPr>
              <a:defRPr sz="1575" b="0">
                <a:solidFill>
                  <a:srgbClr val="C3B0F4"/>
                </a:solidFill>
                <a:latin typeface="Arial"/>
                <a:ea typeface="Arial"/>
                <a:cs typeface="Arial"/>
              </a:defRPr>
            </a:lvl3pPr>
            <a:lvl4pPr>
              <a:defRPr sz="1575" b="0">
                <a:solidFill>
                  <a:srgbClr val="C3B0F4"/>
                </a:solidFill>
                <a:latin typeface="Arial"/>
                <a:ea typeface="Arial"/>
                <a:cs typeface="Arial"/>
              </a:defRPr>
            </a:lvl4pPr>
            <a:lvl5pPr>
              <a:defRPr sz="1575" b="0">
                <a:solidFill>
                  <a:srgbClr val="C3B0F4"/>
                </a:solidFill>
                <a:latin typeface="Arial"/>
                <a:ea typeface="Arial"/>
                <a:cs typeface="Arial"/>
              </a:defRPr>
            </a:lvl5pPr>
            <a:lvl6pPr>
              <a:defRPr sz="1575" b="0">
                <a:solidFill>
                  <a:srgbClr val="C3B0F4"/>
                </a:solidFill>
                <a:latin typeface="Arial"/>
                <a:ea typeface="Arial"/>
                <a:cs typeface="Arial"/>
              </a:defRPr>
            </a:lvl6pPr>
            <a:lvl7pPr>
              <a:defRPr sz="1575" b="0">
                <a:solidFill>
                  <a:srgbClr val="C3B0F4"/>
                </a:solidFill>
                <a:latin typeface="Arial"/>
                <a:ea typeface="Arial"/>
                <a:cs typeface="Arial"/>
              </a:defRPr>
            </a:lvl7pPr>
            <a:lvl8pPr>
              <a:defRPr sz="1575" b="0">
                <a:solidFill>
                  <a:srgbClr val="C3B0F4"/>
                </a:solidFill>
                <a:latin typeface="Arial"/>
                <a:ea typeface="Arial"/>
                <a:cs typeface="Arial"/>
              </a:defRPr>
            </a:lvl8pPr>
            <a:lvl9pPr>
              <a:defRPr sz="1575" b="0">
                <a:solidFill>
                  <a:srgbClr val="C3B0F4"/>
                </a:solidFill>
                <a:latin typeface="Arial"/>
                <a:ea typeface="Arial"/>
                <a:cs typeface="Arial"/>
              </a:defRPr>
            </a:lvl9pPr>
          </a:lstStyle>
          <a:p xmlns:a="http://schemas.openxmlformats.org/drawingml/2006/main">
            <a:pPr>
              <a:defRPr sz="1575" b="0">
                <a:solidFill>
                  <a:srgbClr val="C3B0F4"/>
                </a:solidFill>
                <a:latin typeface="Arial"/>
                <a:ea typeface="Arial"/>
                <a:cs typeface="Arial"/>
              </a:defRPr>
            </a:pPr>
            <a:r>
              <a:rPr sz="1575" b="0">
                <a:solidFill>
                  <a:srgbClr val="C3B0F4"/>
                </a:solidFill>
                <a:latin typeface="Arial"/>
                <a:ea typeface="Arial"/>
                <a:cs typeface="Arial"/>
              </a:rPr>
              <a:t>go.example/a</a:t>
            </a:r>
          </a:p>
        </p:txBody>
      </p:sp>
      <p:sp>
        <p:nvSpPr>
          <p:cNvPr id="16" name="">
            <a:extLst xmlns:a="http://schemas.openxmlformats.org/drawingml/2006/main">
              <a:ext uri="{FF2B5EF4-FFF2-40B4-BE49-F238E27FC236}">
                <a16:creationId xmlns:a16="http://schemas.microsoft.com/office/drawing/2014/main" id="{6D4B1DE1-233C-44F1-A3CD-110CE4982C55}"/>
              </a:ext>
            </a:extLst>
          </p:cNvPr>
          <p:cNvSpPr>
            <a:spLocks xmlns:a="http://schemas.openxmlformats.org/drawingml/2006/main" noGrp="1"/>
          </p:cNvSpPr>
          <p:nvPr/>
        </p:nvSpPr>
        <p:spPr>
          <a:xfrm xmlns:a="http://schemas.openxmlformats.org/drawingml/2006/main">
            <a:off x="6248400" y="2676525"/>
            <a:ext cx="2552700" cy="1590675"/>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17" name="">
            <a:extLst xmlns:a="http://schemas.openxmlformats.org/drawingml/2006/main">
              <a:ext uri="{FF2B5EF4-FFF2-40B4-BE49-F238E27FC236}">
                <a16:creationId xmlns:a16="http://schemas.microsoft.com/office/drawing/2014/main" id="{195EB1ED-1B52-4AE9-BCF1-43D928D3696B}"/>
              </a:ext>
            </a:extLst>
          </p:cNvPr>
          <p:cNvSpPr>
            <a:spLocks xmlns:a="http://schemas.openxmlformats.org/drawingml/2006/main" noGrp="1"/>
          </p:cNvSpPr>
          <p:nvPr/>
        </p:nvSpPr>
        <p:spPr>
          <a:xfrm xmlns:a="http://schemas.openxmlformats.org/drawingml/2006/main">
            <a:off x="6248400" y="2676525"/>
            <a:ext cx="2552700" cy="28575"/>
          </a:xfrm>
          <a:prstGeom xmlns:a="http://schemas.openxmlformats.org/drawingml/2006/main" prst="rect">
            <a:avLst/>
          </a:prstGeom>
          <a:solidFill xmlns:a="http://schemas.openxmlformats.org/drawingml/2006/main">
            <a:srgbClr val="C3B0F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2AC7CFD-380D-49A4-B6F4-18178EDF9E4B}"/>
              </a:ext>
            </a:extLst>
          </p:cNvPr>
          <p:cNvSpPr>
            <a:spLocks xmlns:a="http://schemas.openxmlformats.org/drawingml/2006/main" noGrp="1"/>
          </p:cNvSpPr>
          <p:nvPr/>
        </p:nvSpPr>
        <p:spPr>
          <a:xfrm xmlns:a="http://schemas.openxmlformats.org/drawingml/2006/main">
            <a:off x="6410325" y="2857500"/>
            <a:ext cx="22383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F0F5F5"/>
                </a:solidFill>
                <a:latin typeface="Arial"/>
                <a:ea typeface="Arial"/>
                <a:cs typeface="Arial"/>
              </a:defRPr>
            </a:defPPr>
            <a:lvl1pPr>
              <a:defRPr sz="2025" b="1">
                <a:solidFill>
                  <a:srgbClr val="F0F5F5"/>
                </a:solidFill>
                <a:latin typeface="Arial"/>
                <a:ea typeface="Arial"/>
                <a:cs typeface="Arial"/>
              </a:defRPr>
            </a:lvl1pPr>
            <a:lvl2pPr>
              <a:defRPr sz="2025" b="1">
                <a:solidFill>
                  <a:srgbClr val="F0F5F5"/>
                </a:solidFill>
                <a:latin typeface="Arial"/>
                <a:ea typeface="Arial"/>
                <a:cs typeface="Arial"/>
              </a:defRPr>
            </a:lvl2pPr>
            <a:lvl3pPr>
              <a:defRPr sz="2025" b="1">
                <a:solidFill>
                  <a:srgbClr val="F0F5F5"/>
                </a:solidFill>
                <a:latin typeface="Arial"/>
                <a:ea typeface="Arial"/>
                <a:cs typeface="Arial"/>
              </a:defRPr>
            </a:lvl3pPr>
            <a:lvl4pPr>
              <a:defRPr sz="2025" b="1">
                <a:solidFill>
                  <a:srgbClr val="F0F5F5"/>
                </a:solidFill>
                <a:latin typeface="Arial"/>
                <a:ea typeface="Arial"/>
                <a:cs typeface="Arial"/>
              </a:defRPr>
            </a:lvl4pPr>
            <a:lvl5pPr>
              <a:defRPr sz="2025" b="1">
                <a:solidFill>
                  <a:srgbClr val="F0F5F5"/>
                </a:solidFill>
                <a:latin typeface="Arial"/>
                <a:ea typeface="Arial"/>
                <a:cs typeface="Arial"/>
              </a:defRPr>
            </a:lvl5pPr>
            <a:lvl6pPr>
              <a:defRPr sz="2025" b="1">
                <a:solidFill>
                  <a:srgbClr val="F0F5F5"/>
                </a:solidFill>
                <a:latin typeface="Arial"/>
                <a:ea typeface="Arial"/>
                <a:cs typeface="Arial"/>
              </a:defRPr>
            </a:lvl6pPr>
            <a:lvl7pPr>
              <a:defRPr sz="2025" b="1">
                <a:solidFill>
                  <a:srgbClr val="F0F5F5"/>
                </a:solidFill>
                <a:latin typeface="Arial"/>
                <a:ea typeface="Arial"/>
                <a:cs typeface="Arial"/>
              </a:defRPr>
            </a:lvl7pPr>
            <a:lvl8pPr>
              <a:defRPr sz="2025" b="1">
                <a:solidFill>
                  <a:srgbClr val="F0F5F5"/>
                </a:solidFill>
                <a:latin typeface="Arial"/>
                <a:ea typeface="Arial"/>
                <a:cs typeface="Arial"/>
              </a:defRPr>
            </a:lvl8pPr>
            <a:lvl9pPr>
              <a:defRPr sz="2025" b="1">
                <a:solidFill>
                  <a:srgbClr val="F0F5F5"/>
                </a:solidFill>
                <a:latin typeface="Arial"/>
                <a:ea typeface="Arial"/>
                <a:cs typeface="Arial"/>
              </a:defRPr>
            </a:lvl9pPr>
          </a:lstStyle>
          <a:p xmlns:a="http://schemas.openxmlformats.org/drawingml/2006/main">
            <a:pPr>
              <a:defRPr sz="2025" b="1">
                <a:solidFill>
                  <a:srgbClr val="F0F5F5"/>
                </a:solidFill>
                <a:latin typeface="Arial"/>
                <a:ea typeface="Arial"/>
                <a:cs typeface="Arial"/>
              </a:defRPr>
            </a:pPr>
            <a:r>
              <a:rPr sz="2025" b="1">
                <a:solidFill>
                  <a:srgbClr val="F0F5F5"/>
                </a:solidFill>
                <a:latin typeface="Arial"/>
                <a:ea typeface="Arial"/>
                <a:cs typeface="Arial"/>
              </a:rPr>
              <a:t>Бағыттау</a:t>
            </a:r>
          </a:p>
          <a:p xmlns:a="http://schemas.openxmlformats.org/drawingml/2006/main">
            <a:pPr>
              <a:defRPr sz="2025" b="1">
                <a:solidFill>
                  <a:srgbClr val="F0F5F5"/>
                </a:solidFill>
                <a:latin typeface="Arial"/>
                <a:ea typeface="Arial"/>
                <a:cs typeface="Arial"/>
              </a:defRPr>
            </a:pPr>
            <a:r>
              <a:rPr sz="2025" b="1">
                <a:solidFill>
                  <a:srgbClr val="F0F5F5"/>
                </a:solidFill>
                <a:latin typeface="Arial"/>
                <a:ea typeface="Arial"/>
                <a:cs typeface="Arial"/>
              </a:rPr>
              <a:t>тізбегі</a:t>
            </a:r>
          </a:p>
        </p:txBody>
      </p:sp>
      <p:sp>
        <p:nvSpPr>
          <p:cNvPr id="19" name="">
            <a:extLst xmlns:a="http://schemas.openxmlformats.org/drawingml/2006/main">
              <a:ext uri="{FF2B5EF4-FFF2-40B4-BE49-F238E27FC236}">
                <a16:creationId xmlns:a16="http://schemas.microsoft.com/office/drawing/2014/main" id="{8255114C-E4ED-4B16-AED0-FA537DED8F2D}"/>
              </a:ext>
            </a:extLst>
          </p:cNvPr>
          <p:cNvSpPr>
            <a:spLocks xmlns:a="http://schemas.openxmlformats.org/drawingml/2006/main" noGrp="1"/>
          </p:cNvSpPr>
          <p:nvPr/>
        </p:nvSpPr>
        <p:spPr>
          <a:xfrm xmlns:a="http://schemas.openxmlformats.org/drawingml/2006/main">
            <a:off x="6410325" y="37719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C3B0F4"/>
                </a:solidFill>
                <a:latin typeface="Arial"/>
                <a:ea typeface="Arial"/>
                <a:cs typeface="Arial"/>
              </a:defRPr>
            </a:defPPr>
            <a:lvl1pPr>
              <a:defRPr sz="1575" b="0">
                <a:solidFill>
                  <a:srgbClr val="C3B0F4"/>
                </a:solidFill>
                <a:latin typeface="Arial"/>
                <a:ea typeface="Arial"/>
                <a:cs typeface="Arial"/>
              </a:defRPr>
            </a:lvl1pPr>
            <a:lvl2pPr>
              <a:defRPr sz="1575" b="0">
                <a:solidFill>
                  <a:srgbClr val="C3B0F4"/>
                </a:solidFill>
                <a:latin typeface="Arial"/>
                <a:ea typeface="Arial"/>
                <a:cs typeface="Arial"/>
              </a:defRPr>
            </a:lvl2pPr>
            <a:lvl3pPr>
              <a:defRPr sz="1575" b="0">
                <a:solidFill>
                  <a:srgbClr val="C3B0F4"/>
                </a:solidFill>
                <a:latin typeface="Arial"/>
                <a:ea typeface="Arial"/>
                <a:cs typeface="Arial"/>
              </a:defRPr>
            </a:lvl3pPr>
            <a:lvl4pPr>
              <a:defRPr sz="1575" b="0">
                <a:solidFill>
                  <a:srgbClr val="C3B0F4"/>
                </a:solidFill>
                <a:latin typeface="Arial"/>
                <a:ea typeface="Arial"/>
                <a:cs typeface="Arial"/>
              </a:defRPr>
            </a:lvl4pPr>
            <a:lvl5pPr>
              <a:defRPr sz="1575" b="0">
                <a:solidFill>
                  <a:srgbClr val="C3B0F4"/>
                </a:solidFill>
                <a:latin typeface="Arial"/>
                <a:ea typeface="Arial"/>
                <a:cs typeface="Arial"/>
              </a:defRPr>
            </a:lvl5pPr>
            <a:lvl6pPr>
              <a:defRPr sz="1575" b="0">
                <a:solidFill>
                  <a:srgbClr val="C3B0F4"/>
                </a:solidFill>
                <a:latin typeface="Arial"/>
                <a:ea typeface="Arial"/>
                <a:cs typeface="Arial"/>
              </a:defRPr>
            </a:lvl6pPr>
            <a:lvl7pPr>
              <a:defRPr sz="1575" b="0">
                <a:solidFill>
                  <a:srgbClr val="C3B0F4"/>
                </a:solidFill>
                <a:latin typeface="Arial"/>
                <a:ea typeface="Arial"/>
                <a:cs typeface="Arial"/>
              </a:defRPr>
            </a:lvl7pPr>
            <a:lvl8pPr>
              <a:defRPr sz="1575" b="0">
                <a:solidFill>
                  <a:srgbClr val="C3B0F4"/>
                </a:solidFill>
                <a:latin typeface="Arial"/>
                <a:ea typeface="Arial"/>
                <a:cs typeface="Arial"/>
              </a:defRPr>
            </a:lvl8pPr>
            <a:lvl9pPr>
              <a:defRPr sz="1575" b="0">
                <a:solidFill>
                  <a:srgbClr val="C3B0F4"/>
                </a:solidFill>
                <a:latin typeface="Arial"/>
                <a:ea typeface="Arial"/>
                <a:cs typeface="Arial"/>
              </a:defRPr>
            </a:lvl9pPr>
          </a:lstStyle>
          <a:p xmlns:a="http://schemas.openxmlformats.org/drawingml/2006/main">
            <a:pPr>
              <a:defRPr sz="1575" b="0">
                <a:solidFill>
                  <a:srgbClr val="C3B0F4"/>
                </a:solidFill>
                <a:latin typeface="Arial"/>
                <a:ea typeface="Arial"/>
                <a:cs typeface="Arial"/>
              </a:defRPr>
            </a:pPr>
            <a:r>
              <a:rPr sz="1575" b="0">
                <a:solidFill>
                  <a:srgbClr val="C3B0F4"/>
                </a:solidFill>
                <a:latin typeface="Arial"/>
                <a:ea typeface="Arial"/>
                <a:cs typeface="Arial"/>
              </a:rPr>
              <a:t>өту деректері</a:t>
            </a:r>
          </a:p>
        </p:txBody>
      </p:sp>
      <p:sp>
        <p:nvSpPr>
          <p:cNvPr id="20" name="">
            <a:extLst xmlns:a="http://schemas.openxmlformats.org/drawingml/2006/main">
              <a:ext uri="{FF2B5EF4-FFF2-40B4-BE49-F238E27FC236}">
                <a16:creationId xmlns:a16="http://schemas.microsoft.com/office/drawing/2014/main" id="{B321C11D-B514-489D-8674-881D0B0E81DE}"/>
              </a:ext>
            </a:extLst>
          </p:cNvPr>
          <p:cNvSpPr>
            <a:spLocks xmlns:a="http://schemas.openxmlformats.org/drawingml/2006/main" noGrp="1"/>
          </p:cNvSpPr>
          <p:nvPr/>
        </p:nvSpPr>
        <p:spPr>
          <a:xfrm xmlns:a="http://schemas.openxmlformats.org/drawingml/2006/main">
            <a:off x="9105900" y="2676525"/>
            <a:ext cx="2552700" cy="1590675"/>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21" name="">
            <a:extLst xmlns:a="http://schemas.openxmlformats.org/drawingml/2006/main">
              <a:ext uri="{FF2B5EF4-FFF2-40B4-BE49-F238E27FC236}">
                <a16:creationId xmlns:a16="http://schemas.microsoft.com/office/drawing/2014/main" id="{D0038E51-92C2-4925-8372-6F083094160B}"/>
              </a:ext>
            </a:extLst>
          </p:cNvPr>
          <p:cNvSpPr>
            <a:spLocks xmlns:a="http://schemas.openxmlformats.org/drawingml/2006/main" noGrp="1"/>
          </p:cNvSpPr>
          <p:nvPr/>
        </p:nvSpPr>
        <p:spPr>
          <a:xfrm xmlns:a="http://schemas.openxmlformats.org/drawingml/2006/main">
            <a:off x="9105900" y="2676525"/>
            <a:ext cx="2552700" cy="28575"/>
          </a:xfrm>
          <a:prstGeom xmlns:a="http://schemas.openxmlformats.org/drawingml/2006/main" prst="rect">
            <a:avLst/>
          </a:prstGeom>
          <a:solidFill xmlns:a="http://schemas.openxmlformats.org/drawingml/2006/main">
            <a:srgbClr val="C3B0F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23644F7-D0A1-4660-81C5-2312BCDF008B}"/>
              </a:ext>
            </a:extLst>
          </p:cNvPr>
          <p:cNvSpPr>
            <a:spLocks xmlns:a="http://schemas.openxmlformats.org/drawingml/2006/main" noGrp="1"/>
          </p:cNvSpPr>
          <p:nvPr/>
        </p:nvSpPr>
        <p:spPr>
          <a:xfrm xmlns:a="http://schemas.openxmlformats.org/drawingml/2006/main">
            <a:off x="9267825" y="2857500"/>
            <a:ext cx="22383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F0F5F5"/>
                </a:solidFill>
                <a:latin typeface="Arial"/>
                <a:ea typeface="Arial"/>
                <a:cs typeface="Arial"/>
              </a:defRPr>
            </a:defPPr>
            <a:lvl1pPr>
              <a:defRPr sz="2025" b="1">
                <a:solidFill>
                  <a:srgbClr val="F0F5F5"/>
                </a:solidFill>
                <a:latin typeface="Arial"/>
                <a:ea typeface="Arial"/>
                <a:cs typeface="Arial"/>
              </a:defRPr>
            </a:lvl1pPr>
            <a:lvl2pPr>
              <a:defRPr sz="2025" b="1">
                <a:solidFill>
                  <a:srgbClr val="F0F5F5"/>
                </a:solidFill>
                <a:latin typeface="Arial"/>
                <a:ea typeface="Arial"/>
                <a:cs typeface="Arial"/>
              </a:defRPr>
            </a:lvl2pPr>
            <a:lvl3pPr>
              <a:defRPr sz="2025" b="1">
                <a:solidFill>
                  <a:srgbClr val="F0F5F5"/>
                </a:solidFill>
                <a:latin typeface="Arial"/>
                <a:ea typeface="Arial"/>
                <a:cs typeface="Arial"/>
              </a:defRPr>
            </a:lvl3pPr>
            <a:lvl4pPr>
              <a:defRPr sz="2025" b="1">
                <a:solidFill>
                  <a:srgbClr val="F0F5F5"/>
                </a:solidFill>
                <a:latin typeface="Arial"/>
                <a:ea typeface="Arial"/>
                <a:cs typeface="Arial"/>
              </a:defRPr>
            </a:lvl4pPr>
            <a:lvl5pPr>
              <a:defRPr sz="2025" b="1">
                <a:solidFill>
                  <a:srgbClr val="F0F5F5"/>
                </a:solidFill>
                <a:latin typeface="Arial"/>
                <a:ea typeface="Arial"/>
                <a:cs typeface="Arial"/>
              </a:defRPr>
            </a:lvl5pPr>
            <a:lvl6pPr>
              <a:defRPr sz="2025" b="1">
                <a:solidFill>
                  <a:srgbClr val="F0F5F5"/>
                </a:solidFill>
                <a:latin typeface="Arial"/>
                <a:ea typeface="Arial"/>
                <a:cs typeface="Arial"/>
              </a:defRPr>
            </a:lvl6pPr>
            <a:lvl7pPr>
              <a:defRPr sz="2025" b="1">
                <a:solidFill>
                  <a:srgbClr val="F0F5F5"/>
                </a:solidFill>
                <a:latin typeface="Arial"/>
                <a:ea typeface="Arial"/>
                <a:cs typeface="Arial"/>
              </a:defRPr>
            </a:lvl7pPr>
            <a:lvl8pPr>
              <a:defRPr sz="2025" b="1">
                <a:solidFill>
                  <a:srgbClr val="F0F5F5"/>
                </a:solidFill>
                <a:latin typeface="Arial"/>
                <a:ea typeface="Arial"/>
                <a:cs typeface="Arial"/>
              </a:defRPr>
            </a:lvl8pPr>
            <a:lvl9pPr>
              <a:defRPr sz="2025" b="1">
                <a:solidFill>
                  <a:srgbClr val="F0F5F5"/>
                </a:solidFill>
                <a:latin typeface="Arial"/>
                <a:ea typeface="Arial"/>
                <a:cs typeface="Arial"/>
              </a:defRPr>
            </a:lvl9pPr>
          </a:lstStyle>
          <a:p xmlns:a="http://schemas.openxmlformats.org/drawingml/2006/main">
            <a:pPr>
              <a:defRPr sz="2025" b="1">
                <a:solidFill>
                  <a:srgbClr val="F0F5F5"/>
                </a:solidFill>
                <a:latin typeface="Arial"/>
                <a:ea typeface="Arial"/>
                <a:cs typeface="Arial"/>
              </a:defRPr>
            </a:pPr>
            <a:r>
              <a:rPr sz="2025" b="1">
                <a:solidFill>
                  <a:srgbClr val="F0F5F5"/>
                </a:solidFill>
                <a:latin typeface="Arial"/>
                <a:ea typeface="Arial"/>
                <a:cs typeface="Arial"/>
              </a:rPr>
              <a:t>Ойын ресурсы</a:t>
            </a:r>
          </a:p>
        </p:txBody>
      </p:sp>
      <p:sp>
        <p:nvSpPr>
          <p:cNvPr id="23" name="">
            <a:extLst xmlns:a="http://schemas.openxmlformats.org/drawingml/2006/main">
              <a:ext uri="{FF2B5EF4-FFF2-40B4-BE49-F238E27FC236}">
                <a16:creationId xmlns:a16="http://schemas.microsoft.com/office/drawing/2014/main" id="{B8B10B20-E353-42A7-9BBE-B7A3FF247445}"/>
              </a:ext>
            </a:extLst>
          </p:cNvPr>
          <p:cNvSpPr>
            <a:spLocks xmlns:a="http://schemas.openxmlformats.org/drawingml/2006/main" noGrp="1"/>
          </p:cNvSpPr>
          <p:nvPr/>
        </p:nvSpPr>
        <p:spPr>
          <a:xfrm xmlns:a="http://schemas.openxmlformats.org/drawingml/2006/main">
            <a:off x="9267825" y="37719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C3B0F4"/>
                </a:solidFill>
                <a:latin typeface="Arial"/>
                <a:ea typeface="Arial"/>
                <a:cs typeface="Arial"/>
              </a:defRPr>
            </a:defPPr>
            <a:lvl1pPr>
              <a:defRPr sz="1575" b="0">
                <a:solidFill>
                  <a:srgbClr val="C3B0F4"/>
                </a:solidFill>
                <a:latin typeface="Arial"/>
                <a:ea typeface="Arial"/>
                <a:cs typeface="Arial"/>
              </a:defRPr>
            </a:lvl1pPr>
            <a:lvl2pPr>
              <a:defRPr sz="1575" b="0">
                <a:solidFill>
                  <a:srgbClr val="C3B0F4"/>
                </a:solidFill>
                <a:latin typeface="Arial"/>
                <a:ea typeface="Arial"/>
                <a:cs typeface="Arial"/>
              </a:defRPr>
            </a:lvl2pPr>
            <a:lvl3pPr>
              <a:defRPr sz="1575" b="0">
                <a:solidFill>
                  <a:srgbClr val="C3B0F4"/>
                </a:solidFill>
                <a:latin typeface="Arial"/>
                <a:ea typeface="Arial"/>
                <a:cs typeface="Arial"/>
              </a:defRPr>
            </a:lvl3pPr>
            <a:lvl4pPr>
              <a:defRPr sz="1575" b="0">
                <a:solidFill>
                  <a:srgbClr val="C3B0F4"/>
                </a:solidFill>
                <a:latin typeface="Arial"/>
                <a:ea typeface="Arial"/>
                <a:cs typeface="Arial"/>
              </a:defRPr>
            </a:lvl4pPr>
            <a:lvl5pPr>
              <a:defRPr sz="1575" b="0">
                <a:solidFill>
                  <a:srgbClr val="C3B0F4"/>
                </a:solidFill>
                <a:latin typeface="Arial"/>
                <a:ea typeface="Arial"/>
                <a:cs typeface="Arial"/>
              </a:defRPr>
            </a:lvl5pPr>
            <a:lvl6pPr>
              <a:defRPr sz="1575" b="0">
                <a:solidFill>
                  <a:srgbClr val="C3B0F4"/>
                </a:solidFill>
                <a:latin typeface="Arial"/>
                <a:ea typeface="Arial"/>
                <a:cs typeface="Arial"/>
              </a:defRPr>
            </a:lvl6pPr>
            <a:lvl7pPr>
              <a:defRPr sz="1575" b="0">
                <a:solidFill>
                  <a:srgbClr val="C3B0F4"/>
                </a:solidFill>
                <a:latin typeface="Arial"/>
                <a:ea typeface="Arial"/>
                <a:cs typeface="Arial"/>
              </a:defRPr>
            </a:lvl7pPr>
            <a:lvl8pPr>
              <a:defRPr sz="1575" b="0">
                <a:solidFill>
                  <a:srgbClr val="C3B0F4"/>
                </a:solidFill>
                <a:latin typeface="Arial"/>
                <a:ea typeface="Arial"/>
                <a:cs typeface="Arial"/>
              </a:defRPr>
            </a:lvl8pPr>
            <a:lvl9pPr>
              <a:defRPr sz="1575" b="0">
                <a:solidFill>
                  <a:srgbClr val="C3B0F4"/>
                </a:solidFill>
                <a:latin typeface="Arial"/>
                <a:ea typeface="Arial"/>
                <a:cs typeface="Arial"/>
              </a:defRPr>
            </a:lvl9pPr>
          </a:lstStyle>
          <a:p xmlns:a="http://schemas.openxmlformats.org/drawingml/2006/main">
            <a:pPr>
              <a:defRPr sz="1575" b="0">
                <a:solidFill>
                  <a:srgbClr val="C3B0F4"/>
                </a:solidFill>
                <a:latin typeface="Arial"/>
                <a:ea typeface="Arial"/>
                <a:cs typeface="Arial"/>
              </a:defRPr>
            </a:pPr>
            <a:r>
              <a:rPr sz="1575" b="0">
                <a:solidFill>
                  <a:srgbClr val="C3B0F4"/>
                </a:solidFill>
                <a:latin typeface="Arial"/>
                <a:ea typeface="Arial"/>
                <a:cs typeface="Arial"/>
              </a:rPr>
              <a:t>casino.example</a:t>
            </a:r>
          </a:p>
        </p:txBody>
      </p:sp>
      <p:sp>
        <p:nvSpPr>
          <p:cNvPr id="24" name="">
            <a:extLst xmlns:a="http://schemas.openxmlformats.org/drawingml/2006/main">
              <a:ext uri="{FF2B5EF4-FFF2-40B4-BE49-F238E27FC236}">
                <a16:creationId xmlns:a16="http://schemas.microsoft.com/office/drawing/2014/main" id="{67B0FDD5-39F4-40D1-830E-6B5716293A98}"/>
              </a:ext>
            </a:extLst>
          </p:cNvPr>
          <p:cNvSpPr>
            <a:spLocks xmlns:a="http://schemas.openxmlformats.org/drawingml/2006/main" noGrp="1"/>
          </p:cNvSpPr>
          <p:nvPr/>
        </p:nvSpPr>
        <p:spPr>
          <a:xfrm xmlns:a="http://schemas.openxmlformats.org/drawingml/2006/main">
            <a:off x="533400" y="4591050"/>
            <a:ext cx="11125200" cy="1047750"/>
          </a:xfrm>
          <a:prstGeom xmlns:a="http://schemas.openxmlformats.org/drawingml/2006/main" prst="rect">
            <a:avLst/>
          </a:prstGeom>
          <a:solidFill xmlns:a="http://schemas.openxmlformats.org/drawingml/2006/main">
            <a:srgbClr val="18232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71071DC-759C-452F-9842-131B1B95350E}"/>
              </a:ext>
            </a:extLst>
          </p:cNvPr>
          <p:cNvSpPr>
            <a:spLocks xmlns:a="http://schemas.openxmlformats.org/drawingml/2006/main" noGrp="1"/>
          </p:cNvSpPr>
          <p:nvPr/>
        </p:nvSpPr>
        <p:spPr>
          <a:xfrm xmlns:a="http://schemas.openxmlformats.org/drawingml/2006/main">
            <a:off x="723900" y="4705350"/>
            <a:ext cx="285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3B0F4"/>
                </a:solidFill>
                <a:latin typeface="Arial"/>
                <a:ea typeface="Arial"/>
                <a:cs typeface="Arial"/>
              </a:defRPr>
            </a:defPPr>
            <a:lvl1pPr>
              <a:defRPr sz="2025" b="1">
                <a:solidFill>
                  <a:srgbClr val="C3B0F4"/>
                </a:solidFill>
                <a:latin typeface="Arial"/>
                <a:ea typeface="Arial"/>
                <a:cs typeface="Arial"/>
              </a:defRPr>
            </a:lvl1pPr>
            <a:lvl2pPr>
              <a:defRPr sz="2025" b="1">
                <a:solidFill>
                  <a:srgbClr val="C3B0F4"/>
                </a:solidFill>
                <a:latin typeface="Arial"/>
                <a:ea typeface="Arial"/>
                <a:cs typeface="Arial"/>
              </a:defRPr>
            </a:lvl2pPr>
            <a:lvl3pPr>
              <a:defRPr sz="2025" b="1">
                <a:solidFill>
                  <a:srgbClr val="C3B0F4"/>
                </a:solidFill>
                <a:latin typeface="Arial"/>
                <a:ea typeface="Arial"/>
                <a:cs typeface="Arial"/>
              </a:defRPr>
            </a:lvl3pPr>
            <a:lvl4pPr>
              <a:defRPr sz="2025" b="1">
                <a:solidFill>
                  <a:srgbClr val="C3B0F4"/>
                </a:solidFill>
                <a:latin typeface="Arial"/>
                <a:ea typeface="Arial"/>
                <a:cs typeface="Arial"/>
              </a:defRPr>
            </a:lvl4pPr>
            <a:lvl5pPr>
              <a:defRPr sz="2025" b="1">
                <a:solidFill>
                  <a:srgbClr val="C3B0F4"/>
                </a:solidFill>
                <a:latin typeface="Arial"/>
                <a:ea typeface="Arial"/>
                <a:cs typeface="Arial"/>
              </a:defRPr>
            </a:lvl5pPr>
            <a:lvl6pPr>
              <a:defRPr sz="2025" b="1">
                <a:solidFill>
                  <a:srgbClr val="C3B0F4"/>
                </a:solidFill>
                <a:latin typeface="Arial"/>
                <a:ea typeface="Arial"/>
                <a:cs typeface="Arial"/>
              </a:defRPr>
            </a:lvl6pPr>
            <a:lvl7pPr>
              <a:defRPr sz="2025" b="1">
                <a:solidFill>
                  <a:srgbClr val="C3B0F4"/>
                </a:solidFill>
                <a:latin typeface="Arial"/>
                <a:ea typeface="Arial"/>
                <a:cs typeface="Arial"/>
              </a:defRPr>
            </a:lvl7pPr>
            <a:lvl8pPr>
              <a:defRPr sz="2025" b="1">
                <a:solidFill>
                  <a:srgbClr val="C3B0F4"/>
                </a:solidFill>
                <a:latin typeface="Arial"/>
                <a:ea typeface="Arial"/>
                <a:cs typeface="Arial"/>
              </a:defRPr>
            </a:lvl8pPr>
            <a:lvl9pPr>
              <a:defRPr sz="2025" b="1">
                <a:solidFill>
                  <a:srgbClr val="C3B0F4"/>
                </a:solidFill>
                <a:latin typeface="Arial"/>
                <a:ea typeface="Arial"/>
                <a:cs typeface="Arial"/>
              </a:defRPr>
            </a:lvl9pPr>
          </a:lstStyle>
          <a:p xmlns:a="http://schemas.openxmlformats.org/drawingml/2006/main">
            <a:pPr>
              <a:defRPr sz="2025" b="1">
                <a:solidFill>
                  <a:srgbClr val="C3B0F4"/>
                </a:solidFill>
                <a:latin typeface="Arial"/>
                <a:ea typeface="Arial"/>
                <a:cs typeface="Arial"/>
              </a:defRPr>
            </a:pPr>
            <a:r>
              <a:rPr sz="2025" b="1">
                <a:solidFill>
                  <a:srgbClr val="C3B0F4"/>
                </a:solidFill>
                <a:latin typeface="Arial"/>
                <a:ea typeface="Arial"/>
                <a:cs typeface="Arial"/>
              </a:rPr>
              <a:t>Қосымша дәлел</a:t>
            </a:r>
          </a:p>
        </p:txBody>
      </p:sp>
      <p:sp>
        <p:nvSpPr>
          <p:cNvPr id="26" name="">
            <a:extLst xmlns:a="http://schemas.openxmlformats.org/drawingml/2006/main">
              <a:ext uri="{FF2B5EF4-FFF2-40B4-BE49-F238E27FC236}">
                <a16:creationId xmlns:a16="http://schemas.microsoft.com/office/drawing/2014/main" id="{5ED2FB5B-5DA9-4EBB-A8C2-17E2DBC531DE}"/>
              </a:ext>
            </a:extLst>
          </p:cNvPr>
          <p:cNvSpPr>
            <a:spLocks xmlns:a="http://schemas.openxmlformats.org/drawingml/2006/main" noGrp="1"/>
          </p:cNvSpPr>
          <p:nvPr/>
        </p:nvSpPr>
        <p:spPr>
          <a:xfrm xmlns:a="http://schemas.openxmlformats.org/drawingml/2006/main">
            <a:off x="3810000" y="4714875"/>
            <a:ext cx="757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F0F5F5"/>
                </a:solidFill>
                <a:latin typeface="Arial"/>
                <a:ea typeface="Arial"/>
                <a:cs typeface="Arial"/>
              </a:defRPr>
            </a:defPPr>
            <a:lvl1pPr>
              <a:defRPr sz="2100" b="0">
                <a:solidFill>
                  <a:srgbClr val="F0F5F5"/>
                </a:solidFill>
                <a:latin typeface="Arial"/>
                <a:ea typeface="Arial"/>
                <a:cs typeface="Arial"/>
              </a:defRPr>
            </a:lvl1pPr>
            <a:lvl2pPr>
              <a:defRPr sz="2100" b="0">
                <a:solidFill>
                  <a:srgbClr val="F0F5F5"/>
                </a:solidFill>
                <a:latin typeface="Arial"/>
                <a:ea typeface="Arial"/>
                <a:cs typeface="Arial"/>
              </a:defRPr>
            </a:lvl2pPr>
            <a:lvl3pPr>
              <a:defRPr sz="2100" b="0">
                <a:solidFill>
                  <a:srgbClr val="F0F5F5"/>
                </a:solidFill>
                <a:latin typeface="Arial"/>
                <a:ea typeface="Arial"/>
                <a:cs typeface="Arial"/>
              </a:defRPr>
            </a:lvl3pPr>
            <a:lvl4pPr>
              <a:defRPr sz="2100" b="0">
                <a:solidFill>
                  <a:srgbClr val="F0F5F5"/>
                </a:solidFill>
                <a:latin typeface="Arial"/>
                <a:ea typeface="Arial"/>
                <a:cs typeface="Arial"/>
              </a:defRPr>
            </a:lvl4pPr>
            <a:lvl5pPr>
              <a:defRPr sz="2100" b="0">
                <a:solidFill>
                  <a:srgbClr val="F0F5F5"/>
                </a:solidFill>
                <a:latin typeface="Arial"/>
                <a:ea typeface="Arial"/>
                <a:cs typeface="Arial"/>
              </a:defRPr>
            </a:lvl5pPr>
            <a:lvl6pPr>
              <a:defRPr sz="2100" b="0">
                <a:solidFill>
                  <a:srgbClr val="F0F5F5"/>
                </a:solidFill>
                <a:latin typeface="Arial"/>
                <a:ea typeface="Arial"/>
                <a:cs typeface="Arial"/>
              </a:defRPr>
            </a:lvl6pPr>
            <a:lvl7pPr>
              <a:defRPr sz="2100" b="0">
                <a:solidFill>
                  <a:srgbClr val="F0F5F5"/>
                </a:solidFill>
                <a:latin typeface="Arial"/>
                <a:ea typeface="Arial"/>
                <a:cs typeface="Arial"/>
              </a:defRPr>
            </a:lvl7pPr>
            <a:lvl8pPr>
              <a:defRPr sz="2100" b="0">
                <a:solidFill>
                  <a:srgbClr val="F0F5F5"/>
                </a:solidFill>
                <a:latin typeface="Arial"/>
                <a:ea typeface="Arial"/>
                <a:cs typeface="Arial"/>
              </a:defRPr>
            </a:lvl8pPr>
            <a:lvl9pPr>
              <a:defRPr sz="2100" b="0">
                <a:solidFill>
                  <a:srgbClr val="F0F5F5"/>
                </a:solidFill>
                <a:latin typeface="Arial"/>
                <a:ea typeface="Arial"/>
                <a:cs typeface="Arial"/>
              </a:defRPr>
            </a:lvl9pPr>
          </a:lstStyle>
          <a:p xmlns:a="http://schemas.openxmlformats.org/drawingml/2006/main">
            <a:pPr>
              <a:defRPr sz="2100" b="0">
                <a:solidFill>
                  <a:srgbClr val="F0F5F5"/>
                </a:solidFill>
                <a:latin typeface="Arial"/>
                <a:ea typeface="Arial"/>
                <a:cs typeface="Arial"/>
              </a:defRPr>
            </a:pPr>
            <a:r>
              <a:rPr sz="2100" b="0">
                <a:solidFill>
                  <a:srgbClr val="F0F5F5"/>
                </a:solidFill>
                <a:latin typeface="Arial"/>
                <a:ea typeface="Arial"/>
                <a:cs typeface="Arial"/>
              </a:rPr>
              <a:t>«Бонус үшін KZDEMO промокодын енгізіңіз»</a:t>
            </a:r>
          </a:p>
        </p:txBody>
      </p:sp>
      <p:sp>
        <p:nvSpPr>
          <p:cNvPr id="27" name="">
            <a:extLst xmlns:a="http://schemas.openxmlformats.org/drawingml/2006/main">
              <a:ext uri="{FF2B5EF4-FFF2-40B4-BE49-F238E27FC236}">
                <a16:creationId xmlns:a16="http://schemas.microsoft.com/office/drawing/2014/main" id="{77DBD6F2-1008-4439-8D9F-62D258BD8DC2}"/>
              </a:ext>
            </a:extLst>
          </p:cNvPr>
          <p:cNvSpPr>
            <a:spLocks xmlns:a="http://schemas.openxmlformats.org/drawingml/2006/main" noGrp="1"/>
          </p:cNvSpPr>
          <p:nvPr/>
        </p:nvSpPr>
        <p:spPr>
          <a:xfrm xmlns:a="http://schemas.openxmlformats.org/drawingml/2006/main">
            <a:off x="723900" y="52292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ADBDC7"/>
                </a:solidFill>
                <a:latin typeface="Arial"/>
                <a:ea typeface="Arial"/>
                <a:cs typeface="Arial"/>
              </a:defRPr>
            </a:defPPr>
            <a:lvl1pPr>
              <a:defRPr sz="1575" b="0">
                <a:solidFill>
                  <a:srgbClr val="ADBDC7"/>
                </a:solidFill>
                <a:latin typeface="Arial"/>
                <a:ea typeface="Arial"/>
                <a:cs typeface="Arial"/>
              </a:defRPr>
            </a:lvl1pPr>
            <a:lvl2pPr>
              <a:defRPr sz="1575" b="0">
                <a:solidFill>
                  <a:srgbClr val="ADBDC7"/>
                </a:solidFill>
                <a:latin typeface="Arial"/>
                <a:ea typeface="Arial"/>
                <a:cs typeface="Arial"/>
              </a:defRPr>
            </a:lvl2pPr>
            <a:lvl3pPr>
              <a:defRPr sz="1575" b="0">
                <a:solidFill>
                  <a:srgbClr val="ADBDC7"/>
                </a:solidFill>
                <a:latin typeface="Arial"/>
                <a:ea typeface="Arial"/>
                <a:cs typeface="Arial"/>
              </a:defRPr>
            </a:lvl3pPr>
            <a:lvl4pPr>
              <a:defRPr sz="1575" b="0">
                <a:solidFill>
                  <a:srgbClr val="ADBDC7"/>
                </a:solidFill>
                <a:latin typeface="Arial"/>
                <a:ea typeface="Arial"/>
                <a:cs typeface="Arial"/>
              </a:defRPr>
            </a:lvl4pPr>
            <a:lvl5pPr>
              <a:defRPr sz="1575" b="0">
                <a:solidFill>
                  <a:srgbClr val="ADBDC7"/>
                </a:solidFill>
                <a:latin typeface="Arial"/>
                <a:ea typeface="Arial"/>
                <a:cs typeface="Arial"/>
              </a:defRPr>
            </a:lvl5pPr>
            <a:lvl6pPr>
              <a:defRPr sz="1575" b="0">
                <a:solidFill>
                  <a:srgbClr val="ADBDC7"/>
                </a:solidFill>
                <a:latin typeface="Arial"/>
                <a:ea typeface="Arial"/>
                <a:cs typeface="Arial"/>
              </a:defRPr>
            </a:lvl6pPr>
            <a:lvl7pPr>
              <a:defRPr sz="1575" b="0">
                <a:solidFill>
                  <a:srgbClr val="ADBDC7"/>
                </a:solidFill>
                <a:latin typeface="Arial"/>
                <a:ea typeface="Arial"/>
                <a:cs typeface="Arial"/>
              </a:defRPr>
            </a:lvl7pPr>
            <a:lvl8pPr>
              <a:defRPr sz="1575" b="0">
                <a:solidFill>
                  <a:srgbClr val="ADBDC7"/>
                </a:solidFill>
                <a:latin typeface="Arial"/>
                <a:ea typeface="Arial"/>
                <a:cs typeface="Arial"/>
              </a:defRPr>
            </a:lvl8pPr>
            <a:lvl9pPr>
              <a:defRPr sz="1575" b="0">
                <a:solidFill>
                  <a:srgbClr val="ADBDC7"/>
                </a:solidFill>
                <a:latin typeface="Arial"/>
                <a:ea typeface="Arial"/>
                <a:cs typeface="Arial"/>
              </a:defRPr>
            </a:lvl9pPr>
          </a:lstStyle>
          <a:p xmlns:a="http://schemas.openxmlformats.org/drawingml/2006/main">
            <a:pPr>
              <a:defRPr sz="1575" b="0">
                <a:solidFill>
                  <a:srgbClr val="ADBDC7"/>
                </a:solidFill>
                <a:latin typeface="Arial"/>
                <a:ea typeface="Arial"/>
                <a:cs typeface="Arial"/>
              </a:defRPr>
            </a:pPr>
            <a:r>
              <a:rPr sz="1575" b="0">
                <a:solidFill>
                  <a:srgbClr val="ADBDC7"/>
                </a:solidFill>
                <a:latin typeface="Arial"/>
                <a:ea typeface="Arial"/>
                <a:cs typeface="Arial"/>
              </a:rPr>
              <a:t>Өту тізбегі енгізілген метадеректерден алынады; сайттар автоматты ашылмайды.</a:t>
            </a:r>
          </a:p>
        </p:txBody>
      </p:sp>
      <p:sp>
        <p:nvSpPr>
          <p:cNvPr id="28" name="">
            <a:extLst xmlns:a="http://schemas.openxmlformats.org/drawingml/2006/main">
              <a:ext uri="{FF2B5EF4-FFF2-40B4-BE49-F238E27FC236}">
                <a16:creationId xmlns:a16="http://schemas.microsoft.com/office/drawing/2014/main" id="{4A5FA1E3-81A4-4DF2-BF74-581619B19341}"/>
              </a:ext>
            </a:extLst>
          </p:cNvPr>
          <p:cNvSpPr>
            <a:spLocks xmlns:a="http://schemas.openxmlformats.org/drawingml/2006/main" noGrp="1"/>
          </p:cNvSpPr>
          <p:nvPr/>
        </p:nvSpPr>
        <p:spPr>
          <a:xfrm xmlns:a="http://schemas.openxmlformats.org/drawingml/2006/main">
            <a:off x="533400" y="6057900"/>
            <a:ext cx="1112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B3302C4-C9B6-4D60-B141-CC57DD384725}"/>
              </a:ext>
            </a:extLst>
          </p:cNvPr>
          <p:cNvSpPr>
            <a:spLocks xmlns:a="http://schemas.openxmlformats.org/drawingml/2006/main" noGrp="1"/>
          </p:cNvSpPr>
          <p:nvPr/>
        </p:nvSpPr>
        <p:spPr>
          <a:xfrm xmlns:a="http://schemas.openxmlformats.org/drawingml/2006/main">
            <a:off x="533400" y="61912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ADBDC7"/>
                </a:solidFill>
                <a:latin typeface="Arial"/>
                <a:ea typeface="Arial"/>
                <a:cs typeface="Arial"/>
              </a:defRPr>
            </a:defPPr>
            <a:lvl1pPr>
              <a:defRPr sz="1725" b="0">
                <a:solidFill>
                  <a:srgbClr val="ADBDC7"/>
                </a:solidFill>
                <a:latin typeface="Arial"/>
                <a:ea typeface="Arial"/>
                <a:cs typeface="Arial"/>
              </a:defRPr>
            </a:lvl1pPr>
            <a:lvl2pPr>
              <a:defRPr sz="1725" b="0">
                <a:solidFill>
                  <a:srgbClr val="ADBDC7"/>
                </a:solidFill>
                <a:latin typeface="Arial"/>
                <a:ea typeface="Arial"/>
                <a:cs typeface="Arial"/>
              </a:defRPr>
            </a:lvl2pPr>
            <a:lvl3pPr>
              <a:defRPr sz="1725" b="0">
                <a:solidFill>
                  <a:srgbClr val="ADBDC7"/>
                </a:solidFill>
                <a:latin typeface="Arial"/>
                <a:ea typeface="Arial"/>
                <a:cs typeface="Arial"/>
              </a:defRPr>
            </a:lvl3pPr>
            <a:lvl4pPr>
              <a:defRPr sz="1725" b="0">
                <a:solidFill>
                  <a:srgbClr val="ADBDC7"/>
                </a:solidFill>
                <a:latin typeface="Arial"/>
                <a:ea typeface="Arial"/>
                <a:cs typeface="Arial"/>
              </a:defRPr>
            </a:lvl4pPr>
            <a:lvl5pPr>
              <a:defRPr sz="1725" b="0">
                <a:solidFill>
                  <a:srgbClr val="ADBDC7"/>
                </a:solidFill>
                <a:latin typeface="Arial"/>
                <a:ea typeface="Arial"/>
                <a:cs typeface="Arial"/>
              </a:defRPr>
            </a:lvl5pPr>
            <a:lvl6pPr>
              <a:defRPr sz="1725" b="0">
                <a:solidFill>
                  <a:srgbClr val="ADBDC7"/>
                </a:solidFill>
                <a:latin typeface="Arial"/>
                <a:ea typeface="Arial"/>
                <a:cs typeface="Arial"/>
              </a:defRPr>
            </a:lvl6pPr>
            <a:lvl7pPr>
              <a:defRPr sz="1725" b="0">
                <a:solidFill>
                  <a:srgbClr val="ADBDC7"/>
                </a:solidFill>
                <a:latin typeface="Arial"/>
                <a:ea typeface="Arial"/>
                <a:cs typeface="Arial"/>
              </a:defRPr>
            </a:lvl7pPr>
            <a:lvl8pPr>
              <a:defRPr sz="1725" b="0">
                <a:solidFill>
                  <a:srgbClr val="ADBDC7"/>
                </a:solidFill>
                <a:latin typeface="Arial"/>
                <a:ea typeface="Arial"/>
                <a:cs typeface="Arial"/>
              </a:defRPr>
            </a:lvl8pPr>
            <a:lvl9pPr>
              <a:defRPr sz="1725" b="0">
                <a:solidFill>
                  <a:srgbClr val="ADBDC7"/>
                </a:solidFill>
                <a:latin typeface="Arial"/>
                <a:ea typeface="Arial"/>
                <a:cs typeface="Arial"/>
              </a:defRPr>
            </a:lvl9pPr>
          </a:lstStyle>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Kaspi атауы немесе қысқа сілтеме өздігінен жеткілікті негіз емес.</a:t>
            </a:r>
          </a:p>
        </p:txBody>
      </p:sp>
      <p:sp>
        <p:nvSpPr>
          <p:cNvPr id="30" name="">
            <a:extLst xmlns:a="http://schemas.openxmlformats.org/drawingml/2006/main">
              <a:ext uri="{FF2B5EF4-FFF2-40B4-BE49-F238E27FC236}">
                <a16:creationId xmlns:a16="http://schemas.microsoft.com/office/drawing/2014/main" id="{156C5297-A209-4AF3-8F29-E8757A39481F}"/>
              </a:ext>
            </a:extLst>
          </p:cNvPr>
          <p:cNvSpPr>
            <a:spLocks xmlns:a="http://schemas.openxmlformats.org/drawingml/2006/main" noGrp="1"/>
          </p:cNvSpPr>
          <p:nvPr/>
        </p:nvSpPr>
        <p:spPr>
          <a:xfrm xmlns:a="http://schemas.openxmlformats.org/drawingml/2006/main">
            <a:off x="3124200" y="3419475"/>
            <a:ext cx="190500" cy="114300"/>
          </a:xfrm>
          <a:prstGeom xmlns:a="http://schemas.openxmlformats.org/drawingml/2006/main" prst="rightArrow">
            <a:avLst/>
          </a:prstGeom>
          <a:solidFill xmlns:a="http://schemas.openxmlformats.org/drawingml/2006/main">
            <a:srgbClr val="ADBDC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F40F757-4F43-4A2F-8CC6-5ACCAB60C5EF}"/>
              </a:ext>
            </a:extLst>
          </p:cNvPr>
          <p:cNvSpPr>
            <a:spLocks xmlns:a="http://schemas.openxmlformats.org/drawingml/2006/main" noGrp="1"/>
          </p:cNvSpPr>
          <p:nvPr/>
        </p:nvSpPr>
        <p:spPr>
          <a:xfrm xmlns:a="http://schemas.openxmlformats.org/drawingml/2006/main">
            <a:off x="5981700" y="3419475"/>
            <a:ext cx="190500" cy="114300"/>
          </a:xfrm>
          <a:prstGeom xmlns:a="http://schemas.openxmlformats.org/drawingml/2006/main" prst="rightArrow">
            <a:avLst/>
          </a:prstGeom>
          <a:solidFill xmlns:a="http://schemas.openxmlformats.org/drawingml/2006/main">
            <a:srgbClr val="ADBDC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24B9FDE-351F-4FE3-8920-5C68657D26B9}"/>
              </a:ext>
            </a:extLst>
          </p:cNvPr>
          <p:cNvSpPr>
            <a:spLocks xmlns:a="http://schemas.openxmlformats.org/drawingml/2006/main" noGrp="1"/>
          </p:cNvSpPr>
          <p:nvPr/>
        </p:nvSpPr>
        <p:spPr>
          <a:xfrm xmlns:a="http://schemas.openxmlformats.org/drawingml/2006/main">
            <a:off x="8839200" y="3419475"/>
            <a:ext cx="190500" cy="114300"/>
          </a:xfrm>
          <a:prstGeom xmlns:a="http://schemas.openxmlformats.org/drawingml/2006/main" prst="rightArrow">
            <a:avLst/>
          </a:prstGeom>
          <a:solidFill xmlns:a="http://schemas.openxmlformats.org/drawingml/2006/main">
            <a:srgbClr val="ADBDC7"/>
          </a:solidFill>
          <a:ln xmlns:a="http://schemas.openxmlformats.org/drawingml/2006/main" w="0">
            <a:noFill/>
          </a:ln>
        </p:spPr>
      </p:sp>
    </p:spTree>
    <p:extLst>
      <p:ext uri="{BB962C8B-B14F-4D97-AF65-F5344CB8AC3E}">
        <p14:creationId xmlns:p14="http://schemas.microsoft.com/office/powerpoint/2010/main" val="1166399495"/>
      </p:ext>
    </p:extLst>
  </p:cSld>
</p:sld>
</file>

<file path=ppt/slides/slide5.xml><?xml version="1.0" encoding="utf-8"?>
<p:sld xmlns:p="http://schemas.openxmlformats.org/presentationml/2006/main">
  <p:cSld>
    <p:bg>
      <p:bgPr>
        <a:solidFill xmlns:a="http://schemas.openxmlformats.org/drawingml/2006/main">
          <a:srgbClr val="10171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466A09-E916-45E1-9CE2-BDCD22D54A0C}"/>
              </a:ext>
            </a:extLst>
          </p:cNvPr>
          <p:cNvSpPr>
            <a:spLocks xmlns:a="http://schemas.openxmlformats.org/drawingml/2006/main" noGrp="1"/>
          </p:cNvSpPr>
          <p:nvPr/>
        </p:nvSpPr>
        <p:spPr>
          <a:xfrm xmlns:a="http://schemas.openxmlformats.org/drawingml/2006/main">
            <a:off x="533400" y="428625"/>
            <a:ext cx="342900" cy="38100"/>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FAEF38-3059-4553-99BB-7D3746E76E37}"/>
              </a:ext>
            </a:extLst>
          </p:cNvPr>
          <p:cNvSpPr>
            <a:spLocks xmlns:a="http://schemas.openxmlformats.org/drawingml/2006/main" noGrp="1"/>
          </p:cNvSpPr>
          <p:nvPr/>
        </p:nvSpPr>
        <p:spPr>
          <a:xfrm xmlns:a="http://schemas.openxmlformats.org/drawingml/2006/main">
            <a:off x="10287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04  /  ҮШІНШІ БАҒЫТ</a:t>
            </a:r>
          </a:p>
        </p:txBody>
      </p:sp>
      <p:sp>
        <p:nvSpPr>
          <p:cNvPr id="4" name="">
            <a:extLst xmlns:a="http://schemas.openxmlformats.org/drawingml/2006/main">
              <a:ext uri="{FF2B5EF4-FFF2-40B4-BE49-F238E27FC236}">
                <a16:creationId xmlns:a16="http://schemas.microsoft.com/office/drawing/2014/main" id="{6346C7BD-1789-497D-B197-197C991F1B0D}"/>
              </a:ext>
            </a:extLst>
          </p:cNvPr>
          <p:cNvSpPr>
            <a:spLocks xmlns:a="http://schemas.openxmlformats.org/drawingml/2006/main" noGrp="1"/>
          </p:cNvSpPr>
          <p:nvPr/>
        </p:nvSpPr>
        <p:spPr>
          <a:xfrm xmlns:a="http://schemas.openxmlformats.org/drawingml/2006/main">
            <a:off x="10858500" y="2667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05 / 08</a:t>
            </a:r>
          </a:p>
        </p:txBody>
      </p:sp>
      <p:sp>
        <p:nvSpPr>
          <p:cNvPr id="5" name="">
            <a:extLst xmlns:a="http://schemas.openxmlformats.org/drawingml/2006/main">
              <a:ext uri="{FF2B5EF4-FFF2-40B4-BE49-F238E27FC236}">
                <a16:creationId xmlns:a16="http://schemas.microsoft.com/office/drawing/2014/main" id="{578D83D6-6CD2-4A88-9168-594BBDE8365A}"/>
              </a:ext>
            </a:extLst>
          </p:cNvPr>
          <p:cNvSpPr>
            <a:spLocks xmlns:a="http://schemas.openxmlformats.org/drawingml/2006/main" noGrp="1"/>
          </p:cNvSpPr>
          <p:nvPr/>
        </p:nvSpPr>
        <p:spPr>
          <a:xfrm xmlns:a="http://schemas.openxmlformats.org/drawingml/2006/main">
            <a:off x="533400" y="8001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F0F5F5"/>
                </a:solidFill>
                <a:latin typeface="Arial"/>
                <a:ea typeface="Arial"/>
                <a:cs typeface="Arial"/>
              </a:defRPr>
            </a:defPPr>
            <a:lvl1pPr>
              <a:defRPr sz="3300" b="1">
                <a:solidFill>
                  <a:srgbClr val="F0F5F5"/>
                </a:solidFill>
                <a:latin typeface="Arial"/>
                <a:ea typeface="Arial"/>
                <a:cs typeface="Arial"/>
              </a:defRPr>
            </a:lvl1pPr>
            <a:lvl2pPr>
              <a:defRPr sz="3300" b="1">
                <a:solidFill>
                  <a:srgbClr val="F0F5F5"/>
                </a:solidFill>
                <a:latin typeface="Arial"/>
                <a:ea typeface="Arial"/>
                <a:cs typeface="Arial"/>
              </a:defRPr>
            </a:lvl2pPr>
            <a:lvl3pPr>
              <a:defRPr sz="3300" b="1">
                <a:solidFill>
                  <a:srgbClr val="F0F5F5"/>
                </a:solidFill>
                <a:latin typeface="Arial"/>
                <a:ea typeface="Arial"/>
                <a:cs typeface="Arial"/>
              </a:defRPr>
            </a:lvl3pPr>
            <a:lvl4pPr>
              <a:defRPr sz="3300" b="1">
                <a:solidFill>
                  <a:srgbClr val="F0F5F5"/>
                </a:solidFill>
                <a:latin typeface="Arial"/>
                <a:ea typeface="Arial"/>
                <a:cs typeface="Arial"/>
              </a:defRPr>
            </a:lvl4pPr>
            <a:lvl5pPr>
              <a:defRPr sz="3300" b="1">
                <a:solidFill>
                  <a:srgbClr val="F0F5F5"/>
                </a:solidFill>
                <a:latin typeface="Arial"/>
                <a:ea typeface="Arial"/>
                <a:cs typeface="Arial"/>
              </a:defRPr>
            </a:lvl5pPr>
            <a:lvl6pPr>
              <a:defRPr sz="3300" b="1">
                <a:solidFill>
                  <a:srgbClr val="F0F5F5"/>
                </a:solidFill>
                <a:latin typeface="Arial"/>
                <a:ea typeface="Arial"/>
                <a:cs typeface="Arial"/>
              </a:defRPr>
            </a:lvl6pPr>
            <a:lvl7pPr>
              <a:defRPr sz="3300" b="1">
                <a:solidFill>
                  <a:srgbClr val="F0F5F5"/>
                </a:solidFill>
                <a:latin typeface="Arial"/>
                <a:ea typeface="Arial"/>
                <a:cs typeface="Arial"/>
              </a:defRPr>
            </a:lvl7pPr>
            <a:lvl8pPr>
              <a:defRPr sz="3300" b="1">
                <a:solidFill>
                  <a:srgbClr val="F0F5F5"/>
                </a:solidFill>
                <a:latin typeface="Arial"/>
                <a:ea typeface="Arial"/>
                <a:cs typeface="Arial"/>
              </a:defRPr>
            </a:lvl8pPr>
            <a:lvl9pPr>
              <a:defRPr sz="3300" b="1">
                <a:solidFill>
                  <a:srgbClr val="F0F5F5"/>
                </a:solidFill>
                <a:latin typeface="Arial"/>
                <a:ea typeface="Arial"/>
                <a:cs typeface="Arial"/>
              </a:defRPr>
            </a:lvl9pPr>
          </a:lstStyle>
          <a:p xmlns:a="http://schemas.openxmlformats.org/drawingml/2006/main">
            <a:pPr>
              <a:defRPr sz="3300" b="1">
                <a:solidFill>
                  <a:srgbClr val="F0F5F5"/>
                </a:solidFill>
                <a:latin typeface="Arial"/>
                <a:ea typeface="Arial"/>
                <a:cs typeface="Arial"/>
              </a:defRPr>
            </a:pPr>
            <a:r>
              <a:rPr sz="3300" b="1">
                <a:solidFill>
                  <a:srgbClr val="F0F5F5"/>
                </a:solidFill>
                <a:latin typeface="Arial"/>
                <a:ea typeface="Arial"/>
                <a:cs typeface="Arial"/>
              </a:rPr>
              <a:t>Қаржы пирамидаларының белгілері</a:t>
            </a:r>
          </a:p>
        </p:txBody>
      </p:sp>
      <p:sp>
        <p:nvSpPr>
          <p:cNvPr id="6" name="">
            <a:extLst xmlns:a="http://schemas.openxmlformats.org/drawingml/2006/main">
              <a:ext uri="{FF2B5EF4-FFF2-40B4-BE49-F238E27FC236}">
                <a16:creationId xmlns:a16="http://schemas.microsoft.com/office/drawing/2014/main" id="{5D0A90E2-4915-4BAC-9C3E-5C105CC7714A}"/>
              </a:ext>
            </a:extLst>
          </p:cNvPr>
          <p:cNvSpPr>
            <a:spLocks xmlns:a="http://schemas.openxmlformats.org/drawingml/2006/main" noGrp="1"/>
          </p:cNvSpPr>
          <p:nvPr/>
        </p:nvSpPr>
        <p:spPr>
          <a:xfrm xmlns:a="http://schemas.openxmlformats.org/drawingml/2006/main">
            <a:off x="552450" y="158115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ADBDC7"/>
                </a:solidFill>
                <a:latin typeface="Arial"/>
                <a:ea typeface="Arial"/>
                <a:cs typeface="Arial"/>
              </a:defRPr>
            </a:defPPr>
            <a:lvl1pPr>
              <a:defRPr sz="1950" b="0">
                <a:solidFill>
                  <a:srgbClr val="ADBDC7"/>
                </a:solidFill>
                <a:latin typeface="Arial"/>
                <a:ea typeface="Arial"/>
                <a:cs typeface="Arial"/>
              </a:defRPr>
            </a:lvl1pPr>
            <a:lvl2pPr>
              <a:defRPr sz="1950" b="0">
                <a:solidFill>
                  <a:srgbClr val="ADBDC7"/>
                </a:solidFill>
                <a:latin typeface="Arial"/>
                <a:ea typeface="Arial"/>
                <a:cs typeface="Arial"/>
              </a:defRPr>
            </a:lvl2pPr>
            <a:lvl3pPr>
              <a:defRPr sz="1950" b="0">
                <a:solidFill>
                  <a:srgbClr val="ADBDC7"/>
                </a:solidFill>
                <a:latin typeface="Arial"/>
                <a:ea typeface="Arial"/>
                <a:cs typeface="Arial"/>
              </a:defRPr>
            </a:lvl3pPr>
            <a:lvl4pPr>
              <a:defRPr sz="1950" b="0">
                <a:solidFill>
                  <a:srgbClr val="ADBDC7"/>
                </a:solidFill>
                <a:latin typeface="Arial"/>
                <a:ea typeface="Arial"/>
                <a:cs typeface="Arial"/>
              </a:defRPr>
            </a:lvl4pPr>
            <a:lvl5pPr>
              <a:defRPr sz="1950" b="0">
                <a:solidFill>
                  <a:srgbClr val="ADBDC7"/>
                </a:solidFill>
                <a:latin typeface="Arial"/>
                <a:ea typeface="Arial"/>
                <a:cs typeface="Arial"/>
              </a:defRPr>
            </a:lvl5pPr>
            <a:lvl6pPr>
              <a:defRPr sz="1950" b="0">
                <a:solidFill>
                  <a:srgbClr val="ADBDC7"/>
                </a:solidFill>
                <a:latin typeface="Arial"/>
                <a:ea typeface="Arial"/>
                <a:cs typeface="Arial"/>
              </a:defRPr>
            </a:lvl6pPr>
            <a:lvl7pPr>
              <a:defRPr sz="1950" b="0">
                <a:solidFill>
                  <a:srgbClr val="ADBDC7"/>
                </a:solidFill>
                <a:latin typeface="Arial"/>
                <a:ea typeface="Arial"/>
                <a:cs typeface="Arial"/>
              </a:defRPr>
            </a:lvl7pPr>
            <a:lvl8pPr>
              <a:defRPr sz="1950" b="0">
                <a:solidFill>
                  <a:srgbClr val="ADBDC7"/>
                </a:solidFill>
                <a:latin typeface="Arial"/>
                <a:ea typeface="Arial"/>
                <a:cs typeface="Arial"/>
              </a:defRPr>
            </a:lvl8pPr>
            <a:lvl9pPr>
              <a:defRPr sz="1950" b="0">
                <a:solidFill>
                  <a:srgbClr val="ADBDC7"/>
                </a:solidFill>
                <a:latin typeface="Arial"/>
                <a:ea typeface="Arial"/>
                <a:cs typeface="Arial"/>
              </a:defRPr>
            </a:lvl9pPr>
          </a:lstStyle>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Бірнеше белгі қатар келсе, материалды тексеру басымдығы артады.</a:t>
            </a:r>
          </a:p>
        </p:txBody>
      </p:sp>
      <p:sp>
        <p:nvSpPr>
          <p:cNvPr id="7" name="">
            <a:extLst xmlns:a="http://schemas.openxmlformats.org/drawingml/2006/main">
              <a:ext uri="{FF2B5EF4-FFF2-40B4-BE49-F238E27FC236}">
                <a16:creationId xmlns:a16="http://schemas.microsoft.com/office/drawing/2014/main" id="{340F8DCB-7ABF-4116-9E09-A65EA7FC4DAD}"/>
              </a:ext>
            </a:extLst>
          </p:cNvPr>
          <p:cNvSpPr>
            <a:spLocks xmlns:a="http://schemas.openxmlformats.org/drawingml/2006/main" noGrp="1"/>
          </p:cNvSpPr>
          <p:nvPr/>
        </p:nvSpPr>
        <p:spPr>
          <a:xfrm xmlns:a="http://schemas.openxmlformats.org/drawingml/2006/main">
            <a:off x="533400" y="2266950"/>
            <a:ext cx="6534150" cy="3486150"/>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8" name="">
            <a:extLst xmlns:a="http://schemas.openxmlformats.org/drawingml/2006/main">
              <a:ext uri="{FF2B5EF4-FFF2-40B4-BE49-F238E27FC236}">
                <a16:creationId xmlns:a16="http://schemas.microsoft.com/office/drawing/2014/main" id="{F164DB9F-DCB7-4A24-A6D7-AC67818CBB20}"/>
              </a:ext>
            </a:extLst>
          </p:cNvPr>
          <p:cNvSpPr>
            <a:spLocks xmlns:a="http://schemas.openxmlformats.org/drawingml/2006/main" noGrp="1"/>
          </p:cNvSpPr>
          <p:nvPr/>
        </p:nvSpPr>
        <p:spPr>
          <a:xfrm xmlns:a="http://schemas.openxmlformats.org/drawingml/2006/main">
            <a:off x="723900" y="2381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ADBDC7"/>
                </a:solidFill>
                <a:latin typeface="Arial"/>
                <a:ea typeface="Arial"/>
                <a:cs typeface="Arial"/>
              </a:defRPr>
            </a:defPPr>
            <a:lvl1pPr>
              <a:defRPr sz="1425" b="0">
                <a:solidFill>
                  <a:srgbClr val="ADBDC7"/>
                </a:solidFill>
                <a:latin typeface="Arial"/>
                <a:ea typeface="Arial"/>
                <a:cs typeface="Arial"/>
              </a:defRPr>
            </a:lvl1pPr>
            <a:lvl2pPr>
              <a:defRPr sz="1425" b="0">
                <a:solidFill>
                  <a:srgbClr val="ADBDC7"/>
                </a:solidFill>
                <a:latin typeface="Arial"/>
                <a:ea typeface="Arial"/>
                <a:cs typeface="Arial"/>
              </a:defRPr>
            </a:lvl2pPr>
            <a:lvl3pPr>
              <a:defRPr sz="1425" b="0">
                <a:solidFill>
                  <a:srgbClr val="ADBDC7"/>
                </a:solidFill>
                <a:latin typeface="Arial"/>
                <a:ea typeface="Arial"/>
                <a:cs typeface="Arial"/>
              </a:defRPr>
            </a:lvl3pPr>
            <a:lvl4pPr>
              <a:defRPr sz="1425" b="0">
                <a:solidFill>
                  <a:srgbClr val="ADBDC7"/>
                </a:solidFill>
                <a:latin typeface="Arial"/>
                <a:ea typeface="Arial"/>
                <a:cs typeface="Arial"/>
              </a:defRPr>
            </a:lvl4pPr>
            <a:lvl5pPr>
              <a:defRPr sz="1425" b="0">
                <a:solidFill>
                  <a:srgbClr val="ADBDC7"/>
                </a:solidFill>
                <a:latin typeface="Arial"/>
                <a:ea typeface="Arial"/>
                <a:cs typeface="Arial"/>
              </a:defRPr>
            </a:lvl5pPr>
            <a:lvl6pPr>
              <a:defRPr sz="1425" b="0">
                <a:solidFill>
                  <a:srgbClr val="ADBDC7"/>
                </a:solidFill>
                <a:latin typeface="Arial"/>
                <a:ea typeface="Arial"/>
                <a:cs typeface="Arial"/>
              </a:defRPr>
            </a:lvl6pPr>
            <a:lvl7pPr>
              <a:defRPr sz="1425" b="0">
                <a:solidFill>
                  <a:srgbClr val="ADBDC7"/>
                </a:solidFill>
                <a:latin typeface="Arial"/>
                <a:ea typeface="Arial"/>
                <a:cs typeface="Arial"/>
              </a:defRPr>
            </a:lvl7pPr>
            <a:lvl8pPr>
              <a:defRPr sz="1425" b="0">
                <a:solidFill>
                  <a:srgbClr val="ADBDC7"/>
                </a:solidFill>
                <a:latin typeface="Arial"/>
                <a:ea typeface="Arial"/>
                <a:cs typeface="Arial"/>
              </a:defRPr>
            </a:lvl8pPr>
            <a:lvl9pPr>
              <a:defRPr sz="1425" b="0">
                <a:solidFill>
                  <a:srgbClr val="ADBDC7"/>
                </a:solidFill>
                <a:latin typeface="Arial"/>
                <a:ea typeface="Arial"/>
                <a:cs typeface="Arial"/>
              </a:defRPr>
            </a:lvl9pPr>
          </a:lstStyle>
          <a:p xmlns:a="http://schemas.openxmlformats.org/drawingml/2006/main">
            <a:pPr>
              <a:defRPr sz="1425" b="0">
                <a:solidFill>
                  <a:srgbClr val="ADBDC7"/>
                </a:solidFill>
                <a:latin typeface="Arial"/>
                <a:ea typeface="Arial"/>
                <a:cs typeface="Arial"/>
              </a:defRPr>
            </a:pPr>
            <a:r>
              <a:rPr sz="1425" b="0">
                <a:solidFill>
                  <a:srgbClr val="ADBDC7"/>
                </a:solidFill>
                <a:latin typeface="Arial"/>
                <a:ea typeface="Arial"/>
                <a:cs typeface="Arial"/>
              </a:rPr>
              <a:t>Демонстрациялық мысал</a:t>
            </a:r>
          </a:p>
        </p:txBody>
      </p:sp>
      <p:sp>
        <p:nvSpPr>
          <p:cNvPr id="9" name="">
            <a:extLst xmlns:a="http://schemas.openxmlformats.org/drawingml/2006/main">
              <a:ext uri="{FF2B5EF4-FFF2-40B4-BE49-F238E27FC236}">
                <a16:creationId xmlns:a16="http://schemas.microsoft.com/office/drawing/2014/main" id="{3CE57E37-B756-4E41-BB8D-FD9299A082E9}"/>
              </a:ext>
            </a:extLst>
          </p:cNvPr>
          <p:cNvSpPr>
            <a:spLocks xmlns:a="http://schemas.openxmlformats.org/drawingml/2006/main" noGrp="1"/>
          </p:cNvSpPr>
          <p:nvPr/>
        </p:nvSpPr>
        <p:spPr>
          <a:xfrm xmlns:a="http://schemas.openxmlformats.org/drawingml/2006/main">
            <a:off x="762000" y="2867025"/>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F0F5F5"/>
                </a:solidFill>
                <a:latin typeface="Arial"/>
                <a:ea typeface="Arial"/>
                <a:cs typeface="Arial"/>
              </a:defRPr>
            </a:defPPr>
            <a:lvl1pPr>
              <a:defRPr sz="2400" b="1">
                <a:solidFill>
                  <a:srgbClr val="F0F5F5"/>
                </a:solidFill>
                <a:latin typeface="Arial"/>
                <a:ea typeface="Arial"/>
                <a:cs typeface="Arial"/>
              </a:defRPr>
            </a:lvl1pPr>
            <a:lvl2pPr>
              <a:defRPr sz="2400" b="1">
                <a:solidFill>
                  <a:srgbClr val="F0F5F5"/>
                </a:solidFill>
                <a:latin typeface="Arial"/>
                <a:ea typeface="Arial"/>
                <a:cs typeface="Arial"/>
              </a:defRPr>
            </a:lvl2pPr>
            <a:lvl3pPr>
              <a:defRPr sz="2400" b="1">
                <a:solidFill>
                  <a:srgbClr val="F0F5F5"/>
                </a:solidFill>
                <a:latin typeface="Arial"/>
                <a:ea typeface="Arial"/>
                <a:cs typeface="Arial"/>
              </a:defRPr>
            </a:lvl3pPr>
            <a:lvl4pPr>
              <a:defRPr sz="2400" b="1">
                <a:solidFill>
                  <a:srgbClr val="F0F5F5"/>
                </a:solidFill>
                <a:latin typeface="Arial"/>
                <a:ea typeface="Arial"/>
                <a:cs typeface="Arial"/>
              </a:defRPr>
            </a:lvl4pPr>
            <a:lvl5pPr>
              <a:defRPr sz="2400" b="1">
                <a:solidFill>
                  <a:srgbClr val="F0F5F5"/>
                </a:solidFill>
                <a:latin typeface="Arial"/>
                <a:ea typeface="Arial"/>
                <a:cs typeface="Arial"/>
              </a:defRPr>
            </a:lvl5pPr>
            <a:lvl6pPr>
              <a:defRPr sz="2400" b="1">
                <a:solidFill>
                  <a:srgbClr val="F0F5F5"/>
                </a:solidFill>
                <a:latin typeface="Arial"/>
                <a:ea typeface="Arial"/>
                <a:cs typeface="Arial"/>
              </a:defRPr>
            </a:lvl6pPr>
            <a:lvl7pPr>
              <a:defRPr sz="2400" b="1">
                <a:solidFill>
                  <a:srgbClr val="F0F5F5"/>
                </a:solidFill>
                <a:latin typeface="Arial"/>
                <a:ea typeface="Arial"/>
                <a:cs typeface="Arial"/>
              </a:defRPr>
            </a:lvl7pPr>
            <a:lvl8pPr>
              <a:defRPr sz="2400" b="1">
                <a:solidFill>
                  <a:srgbClr val="F0F5F5"/>
                </a:solidFill>
                <a:latin typeface="Arial"/>
                <a:ea typeface="Arial"/>
                <a:cs typeface="Arial"/>
              </a:defRPr>
            </a:lvl8pPr>
            <a:lvl9pPr>
              <a:defRPr sz="2400" b="1">
                <a:solidFill>
                  <a:srgbClr val="F0F5F5"/>
                </a:solidFill>
                <a:latin typeface="Arial"/>
                <a:ea typeface="Arial"/>
                <a:cs typeface="Arial"/>
              </a:defRPr>
            </a:lvl9pPr>
          </a:lstStyle>
          <a:p xmlns:a="http://schemas.openxmlformats.org/drawingml/2006/main">
            <a:pPr>
              <a:defRPr sz="2400" b="1">
                <a:solidFill>
                  <a:srgbClr val="F0F5F5"/>
                </a:solidFill>
                <a:latin typeface="Arial"/>
                <a:ea typeface="Arial"/>
                <a:cs typeface="Arial"/>
              </a:defRPr>
            </a:pPr>
            <a:r>
              <a:rPr sz="2400" b="1">
                <a:solidFill>
                  <a:srgbClr val="F0F5F5"/>
                </a:solidFill>
                <a:latin typeface="Arial"/>
                <a:ea typeface="Arial"/>
                <a:cs typeface="Arial"/>
              </a:rPr>
              <a:t>«Табыс тобына қосылыңыз»</a:t>
            </a:r>
          </a:p>
        </p:txBody>
      </p:sp>
      <p:sp>
        <p:nvSpPr>
          <p:cNvPr id="10" name="">
            <a:extLst xmlns:a="http://schemas.openxmlformats.org/drawingml/2006/main">
              <a:ext uri="{FF2B5EF4-FFF2-40B4-BE49-F238E27FC236}">
                <a16:creationId xmlns:a16="http://schemas.microsoft.com/office/drawing/2014/main" id="{12818F7D-D958-4D81-B31D-2B094DCD08B7}"/>
              </a:ext>
            </a:extLst>
          </p:cNvPr>
          <p:cNvSpPr>
            <a:spLocks xmlns:a="http://schemas.openxmlformats.org/drawingml/2006/main" noGrp="1"/>
          </p:cNvSpPr>
          <p:nvPr/>
        </p:nvSpPr>
        <p:spPr>
          <a:xfrm xmlns:a="http://schemas.openxmlformats.org/drawingml/2006/main">
            <a:off x="762000" y="3543300"/>
            <a:ext cx="6038850" cy="457200"/>
          </a:xfrm>
          <a:prstGeom xmlns:a="http://schemas.openxmlformats.org/drawingml/2006/main" prst="rect">
            <a:avLst/>
          </a:prstGeom>
          <a:solidFill xmlns:a="http://schemas.openxmlformats.org/drawingml/2006/main">
            <a:srgbClr val="302F2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651C85-9FE2-4E44-A522-6A8C7EA49DCF}"/>
              </a:ext>
            </a:extLst>
          </p:cNvPr>
          <p:cNvSpPr>
            <a:spLocks xmlns:a="http://schemas.openxmlformats.org/drawingml/2006/main" noGrp="1"/>
          </p:cNvSpPr>
          <p:nvPr/>
        </p:nvSpPr>
        <p:spPr>
          <a:xfrm xmlns:a="http://schemas.openxmlformats.org/drawingml/2006/main">
            <a:off x="762000" y="3543300"/>
            <a:ext cx="38100" cy="457200"/>
          </a:xfrm>
          <a:prstGeom xmlns:a="http://schemas.openxmlformats.org/drawingml/2006/main" prst="rect">
            <a:avLst/>
          </a:prstGeom>
          <a:solidFill xmlns:a="http://schemas.openxmlformats.org/drawingml/2006/main">
            <a:srgbClr val="D8C3A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F841CD-6F4C-494F-8467-B47C5CDC1834}"/>
              </a:ext>
            </a:extLst>
          </p:cNvPr>
          <p:cNvSpPr>
            <a:spLocks xmlns:a="http://schemas.openxmlformats.org/drawingml/2006/main" noGrp="1"/>
          </p:cNvSpPr>
          <p:nvPr/>
        </p:nvSpPr>
        <p:spPr>
          <a:xfrm xmlns:a="http://schemas.openxmlformats.org/drawingml/2006/main">
            <a:off x="895350" y="358140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Алғашқы жарна — 30 000 ₸.</a:t>
            </a:r>
          </a:p>
        </p:txBody>
      </p:sp>
      <p:sp>
        <p:nvSpPr>
          <p:cNvPr id="13" name="">
            <a:extLst xmlns:a="http://schemas.openxmlformats.org/drawingml/2006/main">
              <a:ext uri="{FF2B5EF4-FFF2-40B4-BE49-F238E27FC236}">
                <a16:creationId xmlns:a16="http://schemas.microsoft.com/office/drawing/2014/main" id="{DE300CD3-57F6-4AC1-8D3B-6BB3FE39E37D}"/>
              </a:ext>
            </a:extLst>
          </p:cNvPr>
          <p:cNvSpPr>
            <a:spLocks xmlns:a="http://schemas.openxmlformats.org/drawingml/2006/main" noGrp="1"/>
          </p:cNvSpPr>
          <p:nvPr/>
        </p:nvSpPr>
        <p:spPr>
          <a:xfrm xmlns:a="http://schemas.openxmlformats.org/drawingml/2006/main">
            <a:off x="762000" y="4162425"/>
            <a:ext cx="6038850" cy="457200"/>
          </a:xfrm>
          <a:prstGeom xmlns:a="http://schemas.openxmlformats.org/drawingml/2006/main" prst="rect">
            <a:avLst/>
          </a:prstGeom>
          <a:solidFill xmlns:a="http://schemas.openxmlformats.org/drawingml/2006/main">
            <a:srgbClr val="302F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0010843-F0DE-4BA5-B826-D1B5AC2CF382}"/>
              </a:ext>
            </a:extLst>
          </p:cNvPr>
          <p:cNvSpPr>
            <a:spLocks xmlns:a="http://schemas.openxmlformats.org/drawingml/2006/main" noGrp="1"/>
          </p:cNvSpPr>
          <p:nvPr/>
        </p:nvSpPr>
        <p:spPr>
          <a:xfrm xmlns:a="http://schemas.openxmlformats.org/drawingml/2006/main">
            <a:off x="762000" y="4162425"/>
            <a:ext cx="38100" cy="457200"/>
          </a:xfrm>
          <a:prstGeom xmlns:a="http://schemas.openxmlformats.org/drawingml/2006/main" prst="rect">
            <a:avLst/>
          </a:prstGeom>
          <a:solidFill xmlns:a="http://schemas.openxmlformats.org/drawingml/2006/main">
            <a:srgbClr val="D8C3A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2336D65-14E8-4287-8804-8FD13E8FF0DD}"/>
              </a:ext>
            </a:extLst>
          </p:cNvPr>
          <p:cNvSpPr>
            <a:spLocks xmlns:a="http://schemas.openxmlformats.org/drawingml/2006/main" noGrp="1"/>
          </p:cNvSpPr>
          <p:nvPr/>
        </p:nvSpPr>
        <p:spPr>
          <a:xfrm xmlns:a="http://schemas.openxmlformats.org/drawingml/2006/main">
            <a:off x="895350" y="4200525"/>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Ай сайын 40% табыс уәде етіледі.</a:t>
            </a:r>
          </a:p>
        </p:txBody>
      </p:sp>
      <p:sp>
        <p:nvSpPr>
          <p:cNvPr id="16" name="">
            <a:extLst xmlns:a="http://schemas.openxmlformats.org/drawingml/2006/main">
              <a:ext uri="{FF2B5EF4-FFF2-40B4-BE49-F238E27FC236}">
                <a16:creationId xmlns:a16="http://schemas.microsoft.com/office/drawing/2014/main" id="{108326B6-5DAB-452E-9320-7D0594971DDA}"/>
              </a:ext>
            </a:extLst>
          </p:cNvPr>
          <p:cNvSpPr>
            <a:spLocks xmlns:a="http://schemas.openxmlformats.org/drawingml/2006/main" noGrp="1"/>
          </p:cNvSpPr>
          <p:nvPr/>
        </p:nvSpPr>
        <p:spPr>
          <a:xfrm xmlns:a="http://schemas.openxmlformats.org/drawingml/2006/main">
            <a:off x="762000" y="4781550"/>
            <a:ext cx="6038850" cy="457200"/>
          </a:xfrm>
          <a:prstGeom xmlns:a="http://schemas.openxmlformats.org/drawingml/2006/main" prst="rect">
            <a:avLst/>
          </a:prstGeom>
          <a:solidFill xmlns:a="http://schemas.openxmlformats.org/drawingml/2006/main">
            <a:srgbClr val="302F2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A158528-9D1A-40A1-83E8-8946698944DE}"/>
              </a:ext>
            </a:extLst>
          </p:cNvPr>
          <p:cNvSpPr>
            <a:spLocks xmlns:a="http://schemas.openxmlformats.org/drawingml/2006/main" noGrp="1"/>
          </p:cNvSpPr>
          <p:nvPr/>
        </p:nvSpPr>
        <p:spPr>
          <a:xfrm xmlns:a="http://schemas.openxmlformats.org/drawingml/2006/main">
            <a:off x="762000" y="4781550"/>
            <a:ext cx="38100" cy="457200"/>
          </a:xfrm>
          <a:prstGeom xmlns:a="http://schemas.openxmlformats.org/drawingml/2006/main" prst="rect">
            <a:avLst/>
          </a:prstGeom>
          <a:solidFill xmlns:a="http://schemas.openxmlformats.org/drawingml/2006/main">
            <a:srgbClr val="D8C3A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587C7F0-64B9-4490-9195-9732BA314A33}"/>
              </a:ext>
            </a:extLst>
          </p:cNvPr>
          <p:cNvSpPr>
            <a:spLocks xmlns:a="http://schemas.openxmlformats.org/drawingml/2006/main" noGrp="1"/>
          </p:cNvSpPr>
          <p:nvPr/>
        </p:nvSpPr>
        <p:spPr>
          <a:xfrm xmlns:a="http://schemas.openxmlformats.org/drawingml/2006/main">
            <a:off x="895350" y="481965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Екі адам шақырсаңыз, сыйақы аласыз.</a:t>
            </a:r>
          </a:p>
        </p:txBody>
      </p:sp>
      <p:sp>
        <p:nvSpPr>
          <p:cNvPr id="19" name="">
            <a:extLst xmlns:a="http://schemas.openxmlformats.org/drawingml/2006/main">
              <a:ext uri="{FF2B5EF4-FFF2-40B4-BE49-F238E27FC236}">
                <a16:creationId xmlns:a16="http://schemas.microsoft.com/office/drawing/2014/main" id="{7232BE0B-F519-4B40-BF5F-352A4ADF4171}"/>
              </a:ext>
            </a:extLst>
          </p:cNvPr>
          <p:cNvSpPr>
            <a:spLocks xmlns:a="http://schemas.openxmlformats.org/drawingml/2006/main" noGrp="1"/>
          </p:cNvSpPr>
          <p:nvPr/>
        </p:nvSpPr>
        <p:spPr>
          <a:xfrm xmlns:a="http://schemas.openxmlformats.org/drawingml/2006/main">
            <a:off x="7524750" y="23050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F0F5F5"/>
                </a:solidFill>
                <a:latin typeface="Arial"/>
                <a:ea typeface="Arial"/>
                <a:cs typeface="Arial"/>
              </a:defRPr>
            </a:defPPr>
            <a:lvl1pPr>
              <a:defRPr sz="2100" b="1">
                <a:solidFill>
                  <a:srgbClr val="F0F5F5"/>
                </a:solidFill>
                <a:latin typeface="Arial"/>
                <a:ea typeface="Arial"/>
                <a:cs typeface="Arial"/>
              </a:defRPr>
            </a:lvl1pPr>
            <a:lvl2pPr>
              <a:defRPr sz="2100" b="1">
                <a:solidFill>
                  <a:srgbClr val="F0F5F5"/>
                </a:solidFill>
                <a:latin typeface="Arial"/>
                <a:ea typeface="Arial"/>
                <a:cs typeface="Arial"/>
              </a:defRPr>
            </a:lvl2pPr>
            <a:lvl3pPr>
              <a:defRPr sz="2100" b="1">
                <a:solidFill>
                  <a:srgbClr val="F0F5F5"/>
                </a:solidFill>
                <a:latin typeface="Arial"/>
                <a:ea typeface="Arial"/>
                <a:cs typeface="Arial"/>
              </a:defRPr>
            </a:lvl3pPr>
            <a:lvl4pPr>
              <a:defRPr sz="2100" b="1">
                <a:solidFill>
                  <a:srgbClr val="F0F5F5"/>
                </a:solidFill>
                <a:latin typeface="Arial"/>
                <a:ea typeface="Arial"/>
                <a:cs typeface="Arial"/>
              </a:defRPr>
            </a:lvl4pPr>
            <a:lvl5pPr>
              <a:defRPr sz="2100" b="1">
                <a:solidFill>
                  <a:srgbClr val="F0F5F5"/>
                </a:solidFill>
                <a:latin typeface="Arial"/>
                <a:ea typeface="Arial"/>
                <a:cs typeface="Arial"/>
              </a:defRPr>
            </a:lvl5pPr>
            <a:lvl6pPr>
              <a:defRPr sz="2100" b="1">
                <a:solidFill>
                  <a:srgbClr val="F0F5F5"/>
                </a:solidFill>
                <a:latin typeface="Arial"/>
                <a:ea typeface="Arial"/>
                <a:cs typeface="Arial"/>
              </a:defRPr>
            </a:lvl6pPr>
            <a:lvl7pPr>
              <a:defRPr sz="2100" b="1">
                <a:solidFill>
                  <a:srgbClr val="F0F5F5"/>
                </a:solidFill>
                <a:latin typeface="Arial"/>
                <a:ea typeface="Arial"/>
                <a:cs typeface="Arial"/>
              </a:defRPr>
            </a:lvl7pPr>
            <a:lvl8pPr>
              <a:defRPr sz="2100" b="1">
                <a:solidFill>
                  <a:srgbClr val="F0F5F5"/>
                </a:solidFill>
                <a:latin typeface="Arial"/>
                <a:ea typeface="Arial"/>
                <a:cs typeface="Arial"/>
              </a:defRPr>
            </a:lvl8pPr>
            <a:lvl9pPr>
              <a:defRPr sz="2100" b="1">
                <a:solidFill>
                  <a:srgbClr val="F0F5F5"/>
                </a:solidFill>
                <a:latin typeface="Arial"/>
                <a:ea typeface="Arial"/>
                <a:cs typeface="Arial"/>
              </a:defRPr>
            </a:lvl9pPr>
          </a:lstStyle>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Тексеруге негіз</a:t>
            </a:r>
          </a:p>
        </p:txBody>
      </p:sp>
      <p:sp>
        <p:nvSpPr>
          <p:cNvPr id="20" name="">
            <a:extLst xmlns:a="http://schemas.openxmlformats.org/drawingml/2006/main">
              <a:ext uri="{FF2B5EF4-FFF2-40B4-BE49-F238E27FC236}">
                <a16:creationId xmlns:a16="http://schemas.microsoft.com/office/drawing/2014/main" id="{A5729237-2BDD-468E-B187-7984834DE542}"/>
              </a:ext>
            </a:extLst>
          </p:cNvPr>
          <p:cNvSpPr>
            <a:spLocks xmlns:a="http://schemas.openxmlformats.org/drawingml/2006/main" noGrp="1"/>
          </p:cNvSpPr>
          <p:nvPr/>
        </p:nvSpPr>
        <p:spPr>
          <a:xfrm xmlns:a="http://schemas.openxmlformats.org/drawingml/2006/main">
            <a:off x="7543800" y="2847975"/>
            <a:ext cx="2190750" cy="361950"/>
          </a:xfrm>
          <a:prstGeom xmlns:a="http://schemas.openxmlformats.org/drawingml/2006/main" prst="rect">
            <a:avLst/>
          </a:prstGeom>
          <a:solidFill xmlns:a="http://schemas.openxmlformats.org/drawingml/2006/main">
            <a:srgbClr val="10171D"/>
          </a:solidFill>
          <a:ln xmlns:a="http://schemas.openxmlformats.org/drawingml/2006/main" w="9525">
            <a:solidFill>
              <a:srgbClr val="FF9C93"/>
            </a:solidFill>
          </a:ln>
        </p:spPr>
      </p:sp>
      <p:sp>
        <p:nvSpPr>
          <p:cNvPr id="21" name="">
            <a:extLst xmlns:a="http://schemas.openxmlformats.org/drawingml/2006/main">
              <a:ext uri="{FF2B5EF4-FFF2-40B4-BE49-F238E27FC236}">
                <a16:creationId xmlns:a16="http://schemas.microsoft.com/office/drawing/2014/main" id="{D2FD3962-7B3C-423A-AE6F-5D4FED78DA83}"/>
              </a:ext>
            </a:extLst>
          </p:cNvPr>
          <p:cNvSpPr>
            <a:spLocks xmlns:a="http://schemas.openxmlformats.org/drawingml/2006/main" noGrp="1"/>
          </p:cNvSpPr>
          <p:nvPr/>
        </p:nvSpPr>
        <p:spPr>
          <a:xfrm xmlns:a="http://schemas.openxmlformats.org/drawingml/2006/main">
            <a:off x="7629525" y="2867025"/>
            <a:ext cx="2019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1">
                <a:solidFill>
                  <a:srgbClr val="FF9C93"/>
                </a:solidFill>
                <a:latin typeface="Arial"/>
                <a:ea typeface="Arial"/>
                <a:cs typeface="Arial"/>
              </a:defRPr>
            </a:defPPr>
            <a:lvl1pPr>
              <a:defRPr sz="1575" b="1">
                <a:solidFill>
                  <a:srgbClr val="FF9C93"/>
                </a:solidFill>
                <a:latin typeface="Arial"/>
                <a:ea typeface="Arial"/>
                <a:cs typeface="Arial"/>
              </a:defRPr>
            </a:lvl1pPr>
            <a:lvl2pPr>
              <a:defRPr sz="1575" b="1">
                <a:solidFill>
                  <a:srgbClr val="FF9C93"/>
                </a:solidFill>
                <a:latin typeface="Arial"/>
                <a:ea typeface="Arial"/>
                <a:cs typeface="Arial"/>
              </a:defRPr>
            </a:lvl2pPr>
            <a:lvl3pPr>
              <a:defRPr sz="1575" b="1">
                <a:solidFill>
                  <a:srgbClr val="FF9C93"/>
                </a:solidFill>
                <a:latin typeface="Arial"/>
                <a:ea typeface="Arial"/>
                <a:cs typeface="Arial"/>
              </a:defRPr>
            </a:lvl3pPr>
            <a:lvl4pPr>
              <a:defRPr sz="1575" b="1">
                <a:solidFill>
                  <a:srgbClr val="FF9C93"/>
                </a:solidFill>
                <a:latin typeface="Arial"/>
                <a:ea typeface="Arial"/>
                <a:cs typeface="Arial"/>
              </a:defRPr>
            </a:lvl4pPr>
            <a:lvl5pPr>
              <a:defRPr sz="1575" b="1">
                <a:solidFill>
                  <a:srgbClr val="FF9C93"/>
                </a:solidFill>
                <a:latin typeface="Arial"/>
                <a:ea typeface="Arial"/>
                <a:cs typeface="Arial"/>
              </a:defRPr>
            </a:lvl5pPr>
            <a:lvl6pPr>
              <a:defRPr sz="1575" b="1">
                <a:solidFill>
                  <a:srgbClr val="FF9C93"/>
                </a:solidFill>
                <a:latin typeface="Arial"/>
                <a:ea typeface="Arial"/>
                <a:cs typeface="Arial"/>
              </a:defRPr>
            </a:lvl6pPr>
            <a:lvl7pPr>
              <a:defRPr sz="1575" b="1">
                <a:solidFill>
                  <a:srgbClr val="FF9C93"/>
                </a:solidFill>
                <a:latin typeface="Arial"/>
                <a:ea typeface="Arial"/>
                <a:cs typeface="Arial"/>
              </a:defRPr>
            </a:lvl7pPr>
            <a:lvl8pPr>
              <a:defRPr sz="1575" b="1">
                <a:solidFill>
                  <a:srgbClr val="FF9C93"/>
                </a:solidFill>
                <a:latin typeface="Arial"/>
                <a:ea typeface="Arial"/>
                <a:cs typeface="Arial"/>
              </a:defRPr>
            </a:lvl8pPr>
            <a:lvl9pPr>
              <a:defRPr sz="1575" b="1">
                <a:solidFill>
                  <a:srgbClr val="FF9C93"/>
                </a:solidFill>
                <a:latin typeface="Arial"/>
                <a:ea typeface="Arial"/>
                <a:cs typeface="Arial"/>
              </a:defRPr>
            </a:lvl9pPr>
          </a:lstStyle>
          <a:p xmlns:a="http://schemas.openxmlformats.org/drawingml/2006/main">
            <a:pPr>
              <a:defRPr sz="1575" b="1">
                <a:solidFill>
                  <a:srgbClr val="FF9C93"/>
                </a:solidFill>
                <a:latin typeface="Arial"/>
                <a:ea typeface="Arial"/>
                <a:cs typeface="Arial"/>
              </a:defRPr>
            </a:pPr>
            <a:r>
              <a:rPr sz="1575" b="1">
                <a:solidFill>
                  <a:srgbClr val="FF9C93"/>
                </a:solidFill>
                <a:latin typeface="Arial"/>
                <a:ea typeface="Arial"/>
                <a:cs typeface="Arial"/>
              </a:rPr>
              <a:t>Жоғары тәуекел</a:t>
            </a:r>
          </a:p>
        </p:txBody>
      </p:sp>
      <p:sp>
        <p:nvSpPr>
          <p:cNvPr id="22" name="">
            <a:extLst xmlns:a="http://schemas.openxmlformats.org/drawingml/2006/main">
              <a:ext uri="{FF2B5EF4-FFF2-40B4-BE49-F238E27FC236}">
                <a16:creationId xmlns:a16="http://schemas.microsoft.com/office/drawing/2014/main" id="{0E5C1CFE-A3F1-4183-BF42-8F118AA48E1E}"/>
              </a:ext>
            </a:extLst>
          </p:cNvPr>
          <p:cNvSpPr>
            <a:spLocks xmlns:a="http://schemas.openxmlformats.org/drawingml/2006/main" noGrp="1"/>
          </p:cNvSpPr>
          <p:nvPr/>
        </p:nvSpPr>
        <p:spPr>
          <a:xfrm xmlns:a="http://schemas.openxmlformats.org/drawingml/2006/main">
            <a:off x="7524750" y="352425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D8C3A1"/>
                </a:solidFill>
                <a:latin typeface="Arial"/>
                <a:ea typeface="Arial"/>
                <a:cs typeface="Arial"/>
              </a:defRPr>
            </a:defPPr>
            <a:lvl1pPr>
              <a:defRPr sz="1650" b="0">
                <a:solidFill>
                  <a:srgbClr val="D8C3A1"/>
                </a:solidFill>
                <a:latin typeface="Arial"/>
                <a:ea typeface="Arial"/>
                <a:cs typeface="Arial"/>
              </a:defRPr>
            </a:lvl1pPr>
            <a:lvl2pPr>
              <a:defRPr sz="1650" b="0">
                <a:solidFill>
                  <a:srgbClr val="D8C3A1"/>
                </a:solidFill>
                <a:latin typeface="Arial"/>
                <a:ea typeface="Arial"/>
                <a:cs typeface="Arial"/>
              </a:defRPr>
            </a:lvl2pPr>
            <a:lvl3pPr>
              <a:defRPr sz="1650" b="0">
                <a:solidFill>
                  <a:srgbClr val="D8C3A1"/>
                </a:solidFill>
                <a:latin typeface="Arial"/>
                <a:ea typeface="Arial"/>
                <a:cs typeface="Arial"/>
              </a:defRPr>
            </a:lvl3pPr>
            <a:lvl4pPr>
              <a:defRPr sz="1650" b="0">
                <a:solidFill>
                  <a:srgbClr val="D8C3A1"/>
                </a:solidFill>
                <a:latin typeface="Arial"/>
                <a:ea typeface="Arial"/>
                <a:cs typeface="Arial"/>
              </a:defRPr>
            </a:lvl4pPr>
            <a:lvl5pPr>
              <a:defRPr sz="1650" b="0">
                <a:solidFill>
                  <a:srgbClr val="D8C3A1"/>
                </a:solidFill>
                <a:latin typeface="Arial"/>
                <a:ea typeface="Arial"/>
                <a:cs typeface="Arial"/>
              </a:defRPr>
            </a:lvl5pPr>
            <a:lvl6pPr>
              <a:defRPr sz="1650" b="0">
                <a:solidFill>
                  <a:srgbClr val="D8C3A1"/>
                </a:solidFill>
                <a:latin typeface="Arial"/>
                <a:ea typeface="Arial"/>
                <a:cs typeface="Arial"/>
              </a:defRPr>
            </a:lvl6pPr>
            <a:lvl7pPr>
              <a:defRPr sz="1650" b="0">
                <a:solidFill>
                  <a:srgbClr val="D8C3A1"/>
                </a:solidFill>
                <a:latin typeface="Arial"/>
                <a:ea typeface="Arial"/>
                <a:cs typeface="Arial"/>
              </a:defRPr>
            </a:lvl7pPr>
            <a:lvl8pPr>
              <a:defRPr sz="1650" b="0">
                <a:solidFill>
                  <a:srgbClr val="D8C3A1"/>
                </a:solidFill>
                <a:latin typeface="Arial"/>
                <a:ea typeface="Arial"/>
                <a:cs typeface="Arial"/>
              </a:defRPr>
            </a:lvl8pPr>
            <a:lvl9pPr>
              <a:defRPr sz="1650" b="0">
                <a:solidFill>
                  <a:srgbClr val="D8C3A1"/>
                </a:solidFill>
                <a:latin typeface="Arial"/>
                <a:ea typeface="Arial"/>
                <a:cs typeface="Arial"/>
              </a:defRPr>
            </a:lvl9pPr>
          </a:lstStyle>
          <a:p xmlns:a="http://schemas.openxmlformats.org/drawingml/2006/main">
            <a:pPr>
              <a:defRPr sz="1650" b="0">
                <a:solidFill>
                  <a:srgbClr val="D8C3A1"/>
                </a:solidFill>
                <a:latin typeface="Arial"/>
                <a:ea typeface="Arial"/>
                <a:cs typeface="Arial"/>
              </a:defRPr>
            </a:pPr>
            <a:r>
              <a:rPr sz="1650" b="0">
                <a:solidFill>
                  <a:srgbClr val="D8C3A1"/>
                </a:solidFill>
                <a:latin typeface="Arial"/>
                <a:ea typeface="Arial"/>
                <a:cs typeface="Arial"/>
              </a:rPr>
              <a:t>01</a:t>
            </a:r>
          </a:p>
        </p:txBody>
      </p:sp>
      <p:sp>
        <p:nvSpPr>
          <p:cNvPr id="23" name="">
            <a:extLst xmlns:a="http://schemas.openxmlformats.org/drawingml/2006/main">
              <a:ext uri="{FF2B5EF4-FFF2-40B4-BE49-F238E27FC236}">
                <a16:creationId xmlns:a16="http://schemas.microsoft.com/office/drawing/2014/main" id="{0E3BF610-35EB-41F9-903A-77FCEDEF4014}"/>
              </a:ext>
            </a:extLst>
          </p:cNvPr>
          <p:cNvSpPr>
            <a:spLocks xmlns:a="http://schemas.openxmlformats.org/drawingml/2006/main" noGrp="1"/>
          </p:cNvSpPr>
          <p:nvPr/>
        </p:nvSpPr>
        <p:spPr>
          <a:xfrm xmlns:a="http://schemas.openxmlformats.org/drawingml/2006/main">
            <a:off x="8058150" y="3476625"/>
            <a:ext cx="350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Бастапқы жарна</a:t>
            </a:r>
          </a:p>
        </p:txBody>
      </p:sp>
      <p:sp>
        <p:nvSpPr>
          <p:cNvPr id="24" name="">
            <a:extLst xmlns:a="http://schemas.openxmlformats.org/drawingml/2006/main">
              <a:ext uri="{FF2B5EF4-FFF2-40B4-BE49-F238E27FC236}">
                <a16:creationId xmlns:a16="http://schemas.microsoft.com/office/drawing/2014/main" id="{06D23055-A56E-4012-93C0-73890655F51D}"/>
              </a:ext>
            </a:extLst>
          </p:cNvPr>
          <p:cNvSpPr>
            <a:spLocks xmlns:a="http://schemas.openxmlformats.org/drawingml/2006/main" noGrp="1"/>
          </p:cNvSpPr>
          <p:nvPr/>
        </p:nvSpPr>
        <p:spPr>
          <a:xfrm xmlns:a="http://schemas.openxmlformats.org/drawingml/2006/main">
            <a:off x="7524750" y="416242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D8C3A1"/>
                </a:solidFill>
                <a:latin typeface="Arial"/>
                <a:ea typeface="Arial"/>
                <a:cs typeface="Arial"/>
              </a:defRPr>
            </a:defPPr>
            <a:lvl1pPr>
              <a:defRPr sz="1650" b="0">
                <a:solidFill>
                  <a:srgbClr val="D8C3A1"/>
                </a:solidFill>
                <a:latin typeface="Arial"/>
                <a:ea typeface="Arial"/>
                <a:cs typeface="Arial"/>
              </a:defRPr>
            </a:lvl1pPr>
            <a:lvl2pPr>
              <a:defRPr sz="1650" b="0">
                <a:solidFill>
                  <a:srgbClr val="D8C3A1"/>
                </a:solidFill>
                <a:latin typeface="Arial"/>
                <a:ea typeface="Arial"/>
                <a:cs typeface="Arial"/>
              </a:defRPr>
            </a:lvl2pPr>
            <a:lvl3pPr>
              <a:defRPr sz="1650" b="0">
                <a:solidFill>
                  <a:srgbClr val="D8C3A1"/>
                </a:solidFill>
                <a:latin typeface="Arial"/>
                <a:ea typeface="Arial"/>
                <a:cs typeface="Arial"/>
              </a:defRPr>
            </a:lvl3pPr>
            <a:lvl4pPr>
              <a:defRPr sz="1650" b="0">
                <a:solidFill>
                  <a:srgbClr val="D8C3A1"/>
                </a:solidFill>
                <a:latin typeface="Arial"/>
                <a:ea typeface="Arial"/>
                <a:cs typeface="Arial"/>
              </a:defRPr>
            </a:lvl4pPr>
            <a:lvl5pPr>
              <a:defRPr sz="1650" b="0">
                <a:solidFill>
                  <a:srgbClr val="D8C3A1"/>
                </a:solidFill>
                <a:latin typeface="Arial"/>
                <a:ea typeface="Arial"/>
                <a:cs typeface="Arial"/>
              </a:defRPr>
            </a:lvl5pPr>
            <a:lvl6pPr>
              <a:defRPr sz="1650" b="0">
                <a:solidFill>
                  <a:srgbClr val="D8C3A1"/>
                </a:solidFill>
                <a:latin typeface="Arial"/>
                <a:ea typeface="Arial"/>
                <a:cs typeface="Arial"/>
              </a:defRPr>
            </a:lvl6pPr>
            <a:lvl7pPr>
              <a:defRPr sz="1650" b="0">
                <a:solidFill>
                  <a:srgbClr val="D8C3A1"/>
                </a:solidFill>
                <a:latin typeface="Arial"/>
                <a:ea typeface="Arial"/>
                <a:cs typeface="Arial"/>
              </a:defRPr>
            </a:lvl7pPr>
            <a:lvl8pPr>
              <a:defRPr sz="1650" b="0">
                <a:solidFill>
                  <a:srgbClr val="D8C3A1"/>
                </a:solidFill>
                <a:latin typeface="Arial"/>
                <a:ea typeface="Arial"/>
                <a:cs typeface="Arial"/>
              </a:defRPr>
            </a:lvl8pPr>
            <a:lvl9pPr>
              <a:defRPr sz="1650" b="0">
                <a:solidFill>
                  <a:srgbClr val="D8C3A1"/>
                </a:solidFill>
                <a:latin typeface="Arial"/>
                <a:ea typeface="Arial"/>
                <a:cs typeface="Arial"/>
              </a:defRPr>
            </a:lvl9pPr>
          </a:lstStyle>
          <a:p xmlns:a="http://schemas.openxmlformats.org/drawingml/2006/main">
            <a:pPr>
              <a:defRPr sz="1650" b="0">
                <a:solidFill>
                  <a:srgbClr val="D8C3A1"/>
                </a:solidFill>
                <a:latin typeface="Arial"/>
                <a:ea typeface="Arial"/>
                <a:cs typeface="Arial"/>
              </a:defRPr>
            </a:pPr>
            <a:r>
              <a:rPr sz="1650" b="0">
                <a:solidFill>
                  <a:srgbClr val="D8C3A1"/>
                </a:solidFill>
                <a:latin typeface="Arial"/>
                <a:ea typeface="Arial"/>
                <a:cs typeface="Arial"/>
              </a:rPr>
              <a:t>02</a:t>
            </a:r>
          </a:p>
        </p:txBody>
      </p:sp>
      <p:sp>
        <p:nvSpPr>
          <p:cNvPr id="25" name="">
            <a:extLst xmlns:a="http://schemas.openxmlformats.org/drawingml/2006/main">
              <a:ext uri="{FF2B5EF4-FFF2-40B4-BE49-F238E27FC236}">
                <a16:creationId xmlns:a16="http://schemas.microsoft.com/office/drawing/2014/main" id="{13A9ADA2-F741-4AAB-91FE-406BC42D90CC}"/>
              </a:ext>
            </a:extLst>
          </p:cNvPr>
          <p:cNvSpPr>
            <a:spLocks xmlns:a="http://schemas.openxmlformats.org/drawingml/2006/main" noGrp="1"/>
          </p:cNvSpPr>
          <p:nvPr/>
        </p:nvSpPr>
        <p:spPr>
          <a:xfrm xmlns:a="http://schemas.openxmlformats.org/drawingml/2006/main">
            <a:off x="8058150" y="4114800"/>
            <a:ext cx="350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Жоғары табыс уәдесі</a:t>
            </a:r>
          </a:p>
        </p:txBody>
      </p:sp>
      <p:sp>
        <p:nvSpPr>
          <p:cNvPr id="26" name="">
            <a:extLst xmlns:a="http://schemas.openxmlformats.org/drawingml/2006/main">
              <a:ext uri="{FF2B5EF4-FFF2-40B4-BE49-F238E27FC236}">
                <a16:creationId xmlns:a16="http://schemas.microsoft.com/office/drawing/2014/main" id="{44B49E89-925C-4D9D-A643-BAF37D53ECBF}"/>
              </a:ext>
            </a:extLst>
          </p:cNvPr>
          <p:cNvSpPr>
            <a:spLocks xmlns:a="http://schemas.openxmlformats.org/drawingml/2006/main" noGrp="1"/>
          </p:cNvSpPr>
          <p:nvPr/>
        </p:nvSpPr>
        <p:spPr>
          <a:xfrm xmlns:a="http://schemas.openxmlformats.org/drawingml/2006/main">
            <a:off x="7524750" y="480060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D8C3A1"/>
                </a:solidFill>
                <a:latin typeface="Arial"/>
                <a:ea typeface="Arial"/>
                <a:cs typeface="Arial"/>
              </a:defRPr>
            </a:defPPr>
            <a:lvl1pPr>
              <a:defRPr sz="1650" b="0">
                <a:solidFill>
                  <a:srgbClr val="D8C3A1"/>
                </a:solidFill>
                <a:latin typeface="Arial"/>
                <a:ea typeface="Arial"/>
                <a:cs typeface="Arial"/>
              </a:defRPr>
            </a:lvl1pPr>
            <a:lvl2pPr>
              <a:defRPr sz="1650" b="0">
                <a:solidFill>
                  <a:srgbClr val="D8C3A1"/>
                </a:solidFill>
                <a:latin typeface="Arial"/>
                <a:ea typeface="Arial"/>
                <a:cs typeface="Arial"/>
              </a:defRPr>
            </a:lvl2pPr>
            <a:lvl3pPr>
              <a:defRPr sz="1650" b="0">
                <a:solidFill>
                  <a:srgbClr val="D8C3A1"/>
                </a:solidFill>
                <a:latin typeface="Arial"/>
                <a:ea typeface="Arial"/>
                <a:cs typeface="Arial"/>
              </a:defRPr>
            </a:lvl3pPr>
            <a:lvl4pPr>
              <a:defRPr sz="1650" b="0">
                <a:solidFill>
                  <a:srgbClr val="D8C3A1"/>
                </a:solidFill>
                <a:latin typeface="Arial"/>
                <a:ea typeface="Arial"/>
                <a:cs typeface="Arial"/>
              </a:defRPr>
            </a:lvl4pPr>
            <a:lvl5pPr>
              <a:defRPr sz="1650" b="0">
                <a:solidFill>
                  <a:srgbClr val="D8C3A1"/>
                </a:solidFill>
                <a:latin typeface="Arial"/>
                <a:ea typeface="Arial"/>
                <a:cs typeface="Arial"/>
              </a:defRPr>
            </a:lvl5pPr>
            <a:lvl6pPr>
              <a:defRPr sz="1650" b="0">
                <a:solidFill>
                  <a:srgbClr val="D8C3A1"/>
                </a:solidFill>
                <a:latin typeface="Arial"/>
                <a:ea typeface="Arial"/>
                <a:cs typeface="Arial"/>
              </a:defRPr>
            </a:lvl6pPr>
            <a:lvl7pPr>
              <a:defRPr sz="1650" b="0">
                <a:solidFill>
                  <a:srgbClr val="D8C3A1"/>
                </a:solidFill>
                <a:latin typeface="Arial"/>
                <a:ea typeface="Arial"/>
                <a:cs typeface="Arial"/>
              </a:defRPr>
            </a:lvl7pPr>
            <a:lvl8pPr>
              <a:defRPr sz="1650" b="0">
                <a:solidFill>
                  <a:srgbClr val="D8C3A1"/>
                </a:solidFill>
                <a:latin typeface="Arial"/>
                <a:ea typeface="Arial"/>
                <a:cs typeface="Arial"/>
              </a:defRPr>
            </a:lvl8pPr>
            <a:lvl9pPr>
              <a:defRPr sz="1650" b="0">
                <a:solidFill>
                  <a:srgbClr val="D8C3A1"/>
                </a:solidFill>
                <a:latin typeface="Arial"/>
                <a:ea typeface="Arial"/>
                <a:cs typeface="Arial"/>
              </a:defRPr>
            </a:lvl9pPr>
          </a:lstStyle>
          <a:p xmlns:a="http://schemas.openxmlformats.org/drawingml/2006/main">
            <a:pPr>
              <a:defRPr sz="1650" b="0">
                <a:solidFill>
                  <a:srgbClr val="D8C3A1"/>
                </a:solidFill>
                <a:latin typeface="Arial"/>
                <a:ea typeface="Arial"/>
                <a:cs typeface="Arial"/>
              </a:defRPr>
            </a:pPr>
            <a:r>
              <a:rPr sz="1650" b="0">
                <a:solidFill>
                  <a:srgbClr val="D8C3A1"/>
                </a:solidFill>
                <a:latin typeface="Arial"/>
                <a:ea typeface="Arial"/>
                <a:cs typeface="Arial"/>
              </a:rPr>
              <a:t>03</a:t>
            </a:r>
          </a:p>
        </p:txBody>
      </p:sp>
      <p:sp>
        <p:nvSpPr>
          <p:cNvPr id="27" name="">
            <a:extLst xmlns:a="http://schemas.openxmlformats.org/drawingml/2006/main">
              <a:ext uri="{FF2B5EF4-FFF2-40B4-BE49-F238E27FC236}">
                <a16:creationId xmlns:a16="http://schemas.microsoft.com/office/drawing/2014/main" id="{04F2C552-DD97-494A-B42C-847F4A13AB72}"/>
              </a:ext>
            </a:extLst>
          </p:cNvPr>
          <p:cNvSpPr>
            <a:spLocks xmlns:a="http://schemas.openxmlformats.org/drawingml/2006/main" noGrp="1"/>
          </p:cNvSpPr>
          <p:nvPr/>
        </p:nvSpPr>
        <p:spPr>
          <a:xfrm xmlns:a="http://schemas.openxmlformats.org/drawingml/2006/main">
            <a:off x="8058150" y="4752975"/>
            <a:ext cx="350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0F5F5"/>
                </a:solidFill>
                <a:latin typeface="Arial"/>
                <a:ea typeface="Arial"/>
                <a:cs typeface="Arial"/>
              </a:defRPr>
            </a:defPPr>
            <a:lvl1pPr>
              <a:defRPr sz="1875" b="0">
                <a:solidFill>
                  <a:srgbClr val="F0F5F5"/>
                </a:solidFill>
                <a:latin typeface="Arial"/>
                <a:ea typeface="Arial"/>
                <a:cs typeface="Arial"/>
              </a:defRPr>
            </a:lvl1pPr>
            <a:lvl2pPr>
              <a:defRPr sz="1875" b="0">
                <a:solidFill>
                  <a:srgbClr val="F0F5F5"/>
                </a:solidFill>
                <a:latin typeface="Arial"/>
                <a:ea typeface="Arial"/>
                <a:cs typeface="Arial"/>
              </a:defRPr>
            </a:lvl2pPr>
            <a:lvl3pPr>
              <a:defRPr sz="1875" b="0">
                <a:solidFill>
                  <a:srgbClr val="F0F5F5"/>
                </a:solidFill>
                <a:latin typeface="Arial"/>
                <a:ea typeface="Arial"/>
                <a:cs typeface="Arial"/>
              </a:defRPr>
            </a:lvl3pPr>
            <a:lvl4pPr>
              <a:defRPr sz="1875" b="0">
                <a:solidFill>
                  <a:srgbClr val="F0F5F5"/>
                </a:solidFill>
                <a:latin typeface="Arial"/>
                <a:ea typeface="Arial"/>
                <a:cs typeface="Arial"/>
              </a:defRPr>
            </a:lvl4pPr>
            <a:lvl5pPr>
              <a:defRPr sz="1875" b="0">
                <a:solidFill>
                  <a:srgbClr val="F0F5F5"/>
                </a:solidFill>
                <a:latin typeface="Arial"/>
                <a:ea typeface="Arial"/>
                <a:cs typeface="Arial"/>
              </a:defRPr>
            </a:lvl5pPr>
            <a:lvl6pPr>
              <a:defRPr sz="1875" b="0">
                <a:solidFill>
                  <a:srgbClr val="F0F5F5"/>
                </a:solidFill>
                <a:latin typeface="Arial"/>
                <a:ea typeface="Arial"/>
                <a:cs typeface="Arial"/>
              </a:defRPr>
            </a:lvl6pPr>
            <a:lvl7pPr>
              <a:defRPr sz="1875" b="0">
                <a:solidFill>
                  <a:srgbClr val="F0F5F5"/>
                </a:solidFill>
                <a:latin typeface="Arial"/>
                <a:ea typeface="Arial"/>
                <a:cs typeface="Arial"/>
              </a:defRPr>
            </a:lvl7pPr>
            <a:lvl8pPr>
              <a:defRPr sz="1875" b="0">
                <a:solidFill>
                  <a:srgbClr val="F0F5F5"/>
                </a:solidFill>
                <a:latin typeface="Arial"/>
                <a:ea typeface="Arial"/>
                <a:cs typeface="Arial"/>
              </a:defRPr>
            </a:lvl8pPr>
            <a:lvl9pPr>
              <a:defRPr sz="1875" b="0">
                <a:solidFill>
                  <a:srgbClr val="F0F5F5"/>
                </a:solidFill>
                <a:latin typeface="Arial"/>
                <a:ea typeface="Arial"/>
                <a:cs typeface="Arial"/>
              </a:defRPr>
            </a:lvl9pPr>
          </a:lstStyle>
          <a:p xmlns:a="http://schemas.openxmlformats.org/drawingml/2006/main">
            <a:pPr>
              <a:defRPr sz="1875" b="0">
                <a:solidFill>
                  <a:srgbClr val="F0F5F5"/>
                </a:solidFill>
                <a:latin typeface="Arial"/>
                <a:ea typeface="Arial"/>
                <a:cs typeface="Arial"/>
              </a:defRPr>
            </a:pPr>
            <a:r>
              <a:rPr sz="1875" b="0">
                <a:solidFill>
                  <a:srgbClr val="F0F5F5"/>
                </a:solidFill>
                <a:latin typeface="Arial"/>
                <a:ea typeface="Arial"/>
                <a:cs typeface="Arial"/>
              </a:rPr>
              <a:t>Қатысушы тартуға сыйақы</a:t>
            </a:r>
          </a:p>
        </p:txBody>
      </p:sp>
      <p:sp>
        <p:nvSpPr>
          <p:cNvPr id="28" name="">
            <a:extLst xmlns:a="http://schemas.openxmlformats.org/drawingml/2006/main">
              <a:ext uri="{FF2B5EF4-FFF2-40B4-BE49-F238E27FC236}">
                <a16:creationId xmlns:a16="http://schemas.microsoft.com/office/drawing/2014/main" id="{99393D58-97A4-4CE9-9E09-C08C1053FD1A}"/>
              </a:ext>
            </a:extLst>
          </p:cNvPr>
          <p:cNvSpPr>
            <a:spLocks xmlns:a="http://schemas.openxmlformats.org/drawingml/2006/main" noGrp="1"/>
          </p:cNvSpPr>
          <p:nvPr/>
        </p:nvSpPr>
        <p:spPr>
          <a:xfrm xmlns:a="http://schemas.openxmlformats.org/drawingml/2006/main">
            <a:off x="533400" y="6057900"/>
            <a:ext cx="1112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5CD7AB1-67EA-416E-9873-30950E5935B2}"/>
              </a:ext>
            </a:extLst>
          </p:cNvPr>
          <p:cNvSpPr>
            <a:spLocks xmlns:a="http://schemas.openxmlformats.org/drawingml/2006/main" noGrp="1"/>
          </p:cNvSpPr>
          <p:nvPr/>
        </p:nvSpPr>
        <p:spPr>
          <a:xfrm xmlns:a="http://schemas.openxmlformats.org/drawingml/2006/main">
            <a:off x="533400" y="61912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ADBDC7"/>
                </a:solidFill>
                <a:latin typeface="Arial"/>
                <a:ea typeface="Arial"/>
                <a:cs typeface="Arial"/>
              </a:defRPr>
            </a:defPPr>
            <a:lvl1pPr>
              <a:defRPr sz="1725" b="0">
                <a:solidFill>
                  <a:srgbClr val="ADBDC7"/>
                </a:solidFill>
                <a:latin typeface="Arial"/>
                <a:ea typeface="Arial"/>
                <a:cs typeface="Arial"/>
              </a:defRPr>
            </a:lvl1pPr>
            <a:lvl2pPr>
              <a:defRPr sz="1725" b="0">
                <a:solidFill>
                  <a:srgbClr val="ADBDC7"/>
                </a:solidFill>
                <a:latin typeface="Arial"/>
                <a:ea typeface="Arial"/>
                <a:cs typeface="Arial"/>
              </a:defRPr>
            </a:lvl2pPr>
            <a:lvl3pPr>
              <a:defRPr sz="1725" b="0">
                <a:solidFill>
                  <a:srgbClr val="ADBDC7"/>
                </a:solidFill>
                <a:latin typeface="Arial"/>
                <a:ea typeface="Arial"/>
                <a:cs typeface="Arial"/>
              </a:defRPr>
            </a:lvl3pPr>
            <a:lvl4pPr>
              <a:defRPr sz="1725" b="0">
                <a:solidFill>
                  <a:srgbClr val="ADBDC7"/>
                </a:solidFill>
                <a:latin typeface="Arial"/>
                <a:ea typeface="Arial"/>
                <a:cs typeface="Arial"/>
              </a:defRPr>
            </a:lvl4pPr>
            <a:lvl5pPr>
              <a:defRPr sz="1725" b="0">
                <a:solidFill>
                  <a:srgbClr val="ADBDC7"/>
                </a:solidFill>
                <a:latin typeface="Arial"/>
                <a:ea typeface="Arial"/>
                <a:cs typeface="Arial"/>
              </a:defRPr>
            </a:lvl5pPr>
            <a:lvl6pPr>
              <a:defRPr sz="1725" b="0">
                <a:solidFill>
                  <a:srgbClr val="ADBDC7"/>
                </a:solidFill>
                <a:latin typeface="Arial"/>
                <a:ea typeface="Arial"/>
                <a:cs typeface="Arial"/>
              </a:defRPr>
            </a:lvl6pPr>
            <a:lvl7pPr>
              <a:defRPr sz="1725" b="0">
                <a:solidFill>
                  <a:srgbClr val="ADBDC7"/>
                </a:solidFill>
                <a:latin typeface="Arial"/>
                <a:ea typeface="Arial"/>
                <a:cs typeface="Arial"/>
              </a:defRPr>
            </a:lvl7pPr>
            <a:lvl8pPr>
              <a:defRPr sz="1725" b="0">
                <a:solidFill>
                  <a:srgbClr val="ADBDC7"/>
                </a:solidFill>
                <a:latin typeface="Arial"/>
                <a:ea typeface="Arial"/>
                <a:cs typeface="Arial"/>
              </a:defRPr>
            </a:lvl8pPr>
            <a:lvl9pPr>
              <a:defRPr sz="1725" b="0">
                <a:solidFill>
                  <a:srgbClr val="ADBDC7"/>
                </a:solidFill>
                <a:latin typeface="Arial"/>
                <a:ea typeface="Arial"/>
                <a:cs typeface="Arial"/>
              </a:defRPr>
            </a:lvl9pPr>
          </a:lstStyle>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Рефералдық бағдарлама өздігінен пирамиданың барын дәлелдемейді.</a:t>
            </a:r>
          </a:p>
        </p:txBody>
      </p:sp>
    </p:spTree>
    <p:extLst>
      <p:ext uri="{BB962C8B-B14F-4D97-AF65-F5344CB8AC3E}">
        <p14:creationId xmlns:p14="http://schemas.microsoft.com/office/powerpoint/2010/main" val="708670900"/>
      </p:ext>
    </p:extLst>
  </p:cSld>
</p:sld>
</file>

<file path=ppt/slides/slide6.xml><?xml version="1.0" encoding="utf-8"?>
<p:sld xmlns:p="http://schemas.openxmlformats.org/presentationml/2006/main">
  <p:cSld>
    <p:bg>
      <p:bgPr>
        <a:solidFill xmlns:a="http://schemas.openxmlformats.org/drawingml/2006/main">
          <a:srgbClr val="10171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DE840BB-C4A7-4BC7-AC98-075DC886E401}"/>
              </a:ext>
            </a:extLst>
          </p:cNvPr>
          <p:cNvSpPr>
            <a:spLocks xmlns:a="http://schemas.openxmlformats.org/drawingml/2006/main" noGrp="1"/>
          </p:cNvSpPr>
          <p:nvPr/>
        </p:nvSpPr>
        <p:spPr>
          <a:xfrm xmlns:a="http://schemas.openxmlformats.org/drawingml/2006/main">
            <a:off x="533400" y="428625"/>
            <a:ext cx="342900" cy="38100"/>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4594B0-9AC8-4F98-8454-0EBF7D825D2C}"/>
              </a:ext>
            </a:extLst>
          </p:cNvPr>
          <p:cNvSpPr>
            <a:spLocks xmlns:a="http://schemas.openxmlformats.org/drawingml/2006/main" noGrp="1"/>
          </p:cNvSpPr>
          <p:nvPr/>
        </p:nvSpPr>
        <p:spPr>
          <a:xfrm xmlns:a="http://schemas.openxmlformats.org/drawingml/2006/main">
            <a:off x="10287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05  /  ІСКЕ АСҚАН АРХИТЕКТУРА</a:t>
            </a:r>
          </a:p>
        </p:txBody>
      </p:sp>
      <p:sp>
        <p:nvSpPr>
          <p:cNvPr id="4" name="">
            <a:extLst xmlns:a="http://schemas.openxmlformats.org/drawingml/2006/main">
              <a:ext uri="{FF2B5EF4-FFF2-40B4-BE49-F238E27FC236}">
                <a16:creationId xmlns:a16="http://schemas.microsoft.com/office/drawing/2014/main" id="{C6A772CE-E849-4F90-B12A-E0FCFAFA2CA8}"/>
              </a:ext>
            </a:extLst>
          </p:cNvPr>
          <p:cNvSpPr>
            <a:spLocks xmlns:a="http://schemas.openxmlformats.org/drawingml/2006/main" noGrp="1"/>
          </p:cNvSpPr>
          <p:nvPr/>
        </p:nvSpPr>
        <p:spPr>
          <a:xfrm xmlns:a="http://schemas.openxmlformats.org/drawingml/2006/main">
            <a:off x="10858500" y="2667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06 / 08</a:t>
            </a:r>
          </a:p>
        </p:txBody>
      </p:sp>
      <p:sp>
        <p:nvSpPr>
          <p:cNvPr id="5" name="">
            <a:extLst xmlns:a="http://schemas.openxmlformats.org/drawingml/2006/main">
              <a:ext uri="{FF2B5EF4-FFF2-40B4-BE49-F238E27FC236}">
                <a16:creationId xmlns:a16="http://schemas.microsoft.com/office/drawing/2014/main" id="{1707C8D3-996E-4B75-9036-090B7D3CC35C}"/>
              </a:ext>
            </a:extLst>
          </p:cNvPr>
          <p:cNvSpPr>
            <a:spLocks xmlns:a="http://schemas.openxmlformats.org/drawingml/2006/main" noGrp="1"/>
          </p:cNvSpPr>
          <p:nvPr/>
        </p:nvSpPr>
        <p:spPr>
          <a:xfrm xmlns:a="http://schemas.openxmlformats.org/drawingml/2006/main">
            <a:off x="533400" y="8001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F0F5F5"/>
                </a:solidFill>
                <a:latin typeface="Arial"/>
                <a:ea typeface="Arial"/>
                <a:cs typeface="Arial"/>
              </a:defRPr>
            </a:defPPr>
            <a:lvl1pPr>
              <a:defRPr sz="3300" b="1">
                <a:solidFill>
                  <a:srgbClr val="F0F5F5"/>
                </a:solidFill>
                <a:latin typeface="Arial"/>
                <a:ea typeface="Arial"/>
                <a:cs typeface="Arial"/>
              </a:defRPr>
            </a:lvl1pPr>
            <a:lvl2pPr>
              <a:defRPr sz="3300" b="1">
                <a:solidFill>
                  <a:srgbClr val="F0F5F5"/>
                </a:solidFill>
                <a:latin typeface="Arial"/>
                <a:ea typeface="Arial"/>
                <a:cs typeface="Arial"/>
              </a:defRPr>
            </a:lvl2pPr>
            <a:lvl3pPr>
              <a:defRPr sz="3300" b="1">
                <a:solidFill>
                  <a:srgbClr val="F0F5F5"/>
                </a:solidFill>
                <a:latin typeface="Arial"/>
                <a:ea typeface="Arial"/>
                <a:cs typeface="Arial"/>
              </a:defRPr>
            </a:lvl3pPr>
            <a:lvl4pPr>
              <a:defRPr sz="3300" b="1">
                <a:solidFill>
                  <a:srgbClr val="F0F5F5"/>
                </a:solidFill>
                <a:latin typeface="Arial"/>
                <a:ea typeface="Arial"/>
                <a:cs typeface="Arial"/>
              </a:defRPr>
            </a:lvl4pPr>
            <a:lvl5pPr>
              <a:defRPr sz="3300" b="1">
                <a:solidFill>
                  <a:srgbClr val="F0F5F5"/>
                </a:solidFill>
                <a:latin typeface="Arial"/>
                <a:ea typeface="Arial"/>
                <a:cs typeface="Arial"/>
              </a:defRPr>
            </a:lvl5pPr>
            <a:lvl6pPr>
              <a:defRPr sz="3300" b="1">
                <a:solidFill>
                  <a:srgbClr val="F0F5F5"/>
                </a:solidFill>
                <a:latin typeface="Arial"/>
                <a:ea typeface="Arial"/>
                <a:cs typeface="Arial"/>
              </a:defRPr>
            </a:lvl6pPr>
            <a:lvl7pPr>
              <a:defRPr sz="3300" b="1">
                <a:solidFill>
                  <a:srgbClr val="F0F5F5"/>
                </a:solidFill>
                <a:latin typeface="Arial"/>
                <a:ea typeface="Arial"/>
                <a:cs typeface="Arial"/>
              </a:defRPr>
            </a:lvl7pPr>
            <a:lvl8pPr>
              <a:defRPr sz="3300" b="1">
                <a:solidFill>
                  <a:srgbClr val="F0F5F5"/>
                </a:solidFill>
                <a:latin typeface="Arial"/>
                <a:ea typeface="Arial"/>
                <a:cs typeface="Arial"/>
              </a:defRPr>
            </a:lvl8pPr>
            <a:lvl9pPr>
              <a:defRPr sz="3300" b="1">
                <a:solidFill>
                  <a:srgbClr val="F0F5F5"/>
                </a:solidFill>
                <a:latin typeface="Arial"/>
                <a:ea typeface="Arial"/>
                <a:cs typeface="Arial"/>
              </a:defRPr>
            </a:lvl9pPr>
          </a:lstStyle>
          <a:p xmlns:a="http://schemas.openxmlformats.org/drawingml/2006/main">
            <a:pPr>
              <a:defRPr sz="3300" b="1">
                <a:solidFill>
                  <a:srgbClr val="F0F5F5"/>
                </a:solidFill>
                <a:latin typeface="Arial"/>
                <a:ea typeface="Arial"/>
                <a:cs typeface="Arial"/>
              </a:defRPr>
            </a:pPr>
            <a:r>
              <a:rPr sz="3300" b="1">
                <a:solidFill>
                  <a:srgbClr val="F0F5F5"/>
                </a:solidFill>
                <a:latin typeface="Arial"/>
                <a:ea typeface="Arial"/>
                <a:cs typeface="Arial"/>
              </a:rPr>
              <a:t>Жүйе қалай жұмыс істейді?</a:t>
            </a:r>
          </a:p>
        </p:txBody>
      </p:sp>
      <p:sp>
        <p:nvSpPr>
          <p:cNvPr id="6" name="">
            <a:extLst xmlns:a="http://schemas.openxmlformats.org/drawingml/2006/main">
              <a:ext uri="{FF2B5EF4-FFF2-40B4-BE49-F238E27FC236}">
                <a16:creationId xmlns:a16="http://schemas.microsoft.com/office/drawing/2014/main" id="{10560E32-0FEB-4C2E-9F51-3EBAF4F5803A}"/>
              </a:ext>
            </a:extLst>
          </p:cNvPr>
          <p:cNvSpPr>
            <a:spLocks xmlns:a="http://schemas.openxmlformats.org/drawingml/2006/main" noGrp="1"/>
          </p:cNvSpPr>
          <p:nvPr/>
        </p:nvSpPr>
        <p:spPr>
          <a:xfrm xmlns:a="http://schemas.openxmlformats.org/drawingml/2006/main">
            <a:off x="552450" y="158115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ADBDC7"/>
                </a:solidFill>
                <a:latin typeface="Arial"/>
                <a:ea typeface="Arial"/>
                <a:cs typeface="Arial"/>
              </a:defRPr>
            </a:defPPr>
            <a:lvl1pPr>
              <a:defRPr sz="1950" b="0">
                <a:solidFill>
                  <a:srgbClr val="ADBDC7"/>
                </a:solidFill>
                <a:latin typeface="Arial"/>
                <a:ea typeface="Arial"/>
                <a:cs typeface="Arial"/>
              </a:defRPr>
            </a:lvl1pPr>
            <a:lvl2pPr>
              <a:defRPr sz="1950" b="0">
                <a:solidFill>
                  <a:srgbClr val="ADBDC7"/>
                </a:solidFill>
                <a:latin typeface="Arial"/>
                <a:ea typeface="Arial"/>
                <a:cs typeface="Arial"/>
              </a:defRPr>
            </a:lvl2pPr>
            <a:lvl3pPr>
              <a:defRPr sz="1950" b="0">
                <a:solidFill>
                  <a:srgbClr val="ADBDC7"/>
                </a:solidFill>
                <a:latin typeface="Arial"/>
                <a:ea typeface="Arial"/>
                <a:cs typeface="Arial"/>
              </a:defRPr>
            </a:lvl3pPr>
            <a:lvl4pPr>
              <a:defRPr sz="1950" b="0">
                <a:solidFill>
                  <a:srgbClr val="ADBDC7"/>
                </a:solidFill>
                <a:latin typeface="Arial"/>
                <a:ea typeface="Arial"/>
                <a:cs typeface="Arial"/>
              </a:defRPr>
            </a:lvl4pPr>
            <a:lvl5pPr>
              <a:defRPr sz="1950" b="0">
                <a:solidFill>
                  <a:srgbClr val="ADBDC7"/>
                </a:solidFill>
                <a:latin typeface="Arial"/>
                <a:ea typeface="Arial"/>
                <a:cs typeface="Arial"/>
              </a:defRPr>
            </a:lvl5pPr>
            <a:lvl6pPr>
              <a:defRPr sz="1950" b="0">
                <a:solidFill>
                  <a:srgbClr val="ADBDC7"/>
                </a:solidFill>
                <a:latin typeface="Arial"/>
                <a:ea typeface="Arial"/>
                <a:cs typeface="Arial"/>
              </a:defRPr>
            </a:lvl6pPr>
            <a:lvl7pPr>
              <a:defRPr sz="1950" b="0">
                <a:solidFill>
                  <a:srgbClr val="ADBDC7"/>
                </a:solidFill>
                <a:latin typeface="Arial"/>
                <a:ea typeface="Arial"/>
                <a:cs typeface="Arial"/>
              </a:defRPr>
            </a:lvl7pPr>
            <a:lvl8pPr>
              <a:defRPr sz="1950" b="0">
                <a:solidFill>
                  <a:srgbClr val="ADBDC7"/>
                </a:solidFill>
                <a:latin typeface="Arial"/>
                <a:ea typeface="Arial"/>
                <a:cs typeface="Arial"/>
              </a:defRPr>
            </a:lvl8pPr>
            <a:lvl9pPr>
              <a:defRPr sz="1950" b="0">
                <a:solidFill>
                  <a:srgbClr val="ADBDC7"/>
                </a:solidFill>
                <a:latin typeface="Arial"/>
                <a:ea typeface="Arial"/>
                <a:cs typeface="Arial"/>
              </a:defRPr>
            </a:lvl9pPr>
          </a:lstStyle>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Ортақ дайындық. Үш бағыттың ережелері. Дәлелге сүйенген кезек.</a:t>
            </a:r>
          </a:p>
        </p:txBody>
      </p:sp>
      <p:sp>
        <p:nvSpPr>
          <p:cNvPr id="7" name="">
            <a:extLst xmlns:a="http://schemas.openxmlformats.org/drawingml/2006/main">
              <a:ext uri="{FF2B5EF4-FFF2-40B4-BE49-F238E27FC236}">
                <a16:creationId xmlns:a16="http://schemas.microsoft.com/office/drawing/2014/main" id="{BC41DB30-B430-4AE4-9B65-6A48159D4254}"/>
              </a:ext>
            </a:extLst>
          </p:cNvPr>
          <p:cNvSpPr>
            <a:spLocks xmlns:a="http://schemas.openxmlformats.org/drawingml/2006/main" noGrp="1"/>
          </p:cNvSpPr>
          <p:nvPr/>
        </p:nvSpPr>
        <p:spPr>
          <a:xfrm xmlns:a="http://schemas.openxmlformats.org/drawingml/2006/main">
            <a:off x="533400" y="2552700"/>
            <a:ext cx="1943100" cy="2743200"/>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8" name="">
            <a:extLst xmlns:a="http://schemas.openxmlformats.org/drawingml/2006/main">
              <a:ext uri="{FF2B5EF4-FFF2-40B4-BE49-F238E27FC236}">
                <a16:creationId xmlns:a16="http://schemas.microsoft.com/office/drawing/2014/main" id="{3467CB9E-A485-4B9A-96B9-5E19B85DBD14}"/>
              </a:ext>
            </a:extLst>
          </p:cNvPr>
          <p:cNvSpPr>
            <a:spLocks xmlns:a="http://schemas.openxmlformats.org/drawingml/2006/main" noGrp="1"/>
          </p:cNvSpPr>
          <p:nvPr/>
        </p:nvSpPr>
        <p:spPr>
          <a:xfrm xmlns:a="http://schemas.openxmlformats.org/drawingml/2006/main">
            <a:off x="685800" y="26765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6DBC4"/>
                </a:solidFill>
                <a:latin typeface="Arial"/>
                <a:ea typeface="Arial"/>
                <a:cs typeface="Arial"/>
              </a:defRPr>
            </a:defPPr>
            <a:lvl1pPr>
              <a:defRPr sz="1725" b="0">
                <a:solidFill>
                  <a:srgbClr val="46DBC4"/>
                </a:solidFill>
                <a:latin typeface="Arial"/>
                <a:ea typeface="Arial"/>
                <a:cs typeface="Arial"/>
              </a:defRPr>
            </a:lvl1pPr>
            <a:lvl2pPr>
              <a:defRPr sz="1725" b="0">
                <a:solidFill>
                  <a:srgbClr val="46DBC4"/>
                </a:solidFill>
                <a:latin typeface="Arial"/>
                <a:ea typeface="Arial"/>
                <a:cs typeface="Arial"/>
              </a:defRPr>
            </a:lvl2pPr>
            <a:lvl3pPr>
              <a:defRPr sz="1725" b="0">
                <a:solidFill>
                  <a:srgbClr val="46DBC4"/>
                </a:solidFill>
                <a:latin typeface="Arial"/>
                <a:ea typeface="Arial"/>
                <a:cs typeface="Arial"/>
              </a:defRPr>
            </a:lvl3pPr>
            <a:lvl4pPr>
              <a:defRPr sz="1725" b="0">
                <a:solidFill>
                  <a:srgbClr val="46DBC4"/>
                </a:solidFill>
                <a:latin typeface="Arial"/>
                <a:ea typeface="Arial"/>
                <a:cs typeface="Arial"/>
              </a:defRPr>
            </a:lvl4pPr>
            <a:lvl5pPr>
              <a:defRPr sz="1725" b="0">
                <a:solidFill>
                  <a:srgbClr val="46DBC4"/>
                </a:solidFill>
                <a:latin typeface="Arial"/>
                <a:ea typeface="Arial"/>
                <a:cs typeface="Arial"/>
              </a:defRPr>
            </a:lvl5pPr>
            <a:lvl6pPr>
              <a:defRPr sz="1725" b="0">
                <a:solidFill>
                  <a:srgbClr val="46DBC4"/>
                </a:solidFill>
                <a:latin typeface="Arial"/>
                <a:ea typeface="Arial"/>
                <a:cs typeface="Arial"/>
              </a:defRPr>
            </a:lvl6pPr>
            <a:lvl7pPr>
              <a:defRPr sz="1725" b="0">
                <a:solidFill>
                  <a:srgbClr val="46DBC4"/>
                </a:solidFill>
                <a:latin typeface="Arial"/>
                <a:ea typeface="Arial"/>
                <a:cs typeface="Arial"/>
              </a:defRPr>
            </a:lvl7pPr>
            <a:lvl8pPr>
              <a:defRPr sz="1725" b="0">
                <a:solidFill>
                  <a:srgbClr val="46DBC4"/>
                </a:solidFill>
                <a:latin typeface="Arial"/>
                <a:ea typeface="Arial"/>
                <a:cs typeface="Arial"/>
              </a:defRPr>
            </a:lvl8pPr>
            <a:lvl9pPr>
              <a:defRPr sz="1725" b="0">
                <a:solidFill>
                  <a:srgbClr val="46DBC4"/>
                </a:solidFill>
                <a:latin typeface="Arial"/>
                <a:ea typeface="Arial"/>
                <a:cs typeface="Arial"/>
              </a:defRPr>
            </a:lvl9pPr>
          </a:lstStyle>
          <a:p xmlns:a="http://schemas.openxmlformats.org/drawingml/2006/main">
            <a:pPr>
              <a:defRPr sz="1725" b="0">
                <a:solidFill>
                  <a:srgbClr val="46DBC4"/>
                </a:solidFill>
                <a:latin typeface="Arial"/>
                <a:ea typeface="Arial"/>
                <a:cs typeface="Arial"/>
              </a:defRPr>
            </a:pPr>
            <a:r>
              <a:rPr sz="1725" b="0">
                <a:solidFill>
                  <a:srgbClr val="46DBC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687ACA5E-4BBD-4EFA-9E47-D92725DB0367}"/>
              </a:ext>
            </a:extLst>
          </p:cNvPr>
          <p:cNvSpPr>
            <a:spLocks xmlns:a="http://schemas.openxmlformats.org/drawingml/2006/main" noGrp="1"/>
          </p:cNvSpPr>
          <p:nvPr/>
        </p:nvSpPr>
        <p:spPr>
          <a:xfrm xmlns:a="http://schemas.openxmlformats.org/drawingml/2006/main">
            <a:off x="2743200" y="2552700"/>
            <a:ext cx="2209800" cy="2743200"/>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10" name="">
            <a:extLst xmlns:a="http://schemas.openxmlformats.org/drawingml/2006/main">
              <a:ext uri="{FF2B5EF4-FFF2-40B4-BE49-F238E27FC236}">
                <a16:creationId xmlns:a16="http://schemas.microsoft.com/office/drawing/2014/main" id="{48C5886A-1BBC-49A3-963C-60A1BA0067D4}"/>
              </a:ext>
            </a:extLst>
          </p:cNvPr>
          <p:cNvSpPr>
            <a:spLocks xmlns:a="http://schemas.openxmlformats.org/drawingml/2006/main" noGrp="1"/>
          </p:cNvSpPr>
          <p:nvPr/>
        </p:nvSpPr>
        <p:spPr>
          <a:xfrm xmlns:a="http://schemas.openxmlformats.org/drawingml/2006/main">
            <a:off x="2895600" y="26765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6DBC4"/>
                </a:solidFill>
                <a:latin typeface="Arial"/>
                <a:ea typeface="Arial"/>
                <a:cs typeface="Arial"/>
              </a:defRPr>
            </a:defPPr>
            <a:lvl1pPr>
              <a:defRPr sz="1725" b="0">
                <a:solidFill>
                  <a:srgbClr val="46DBC4"/>
                </a:solidFill>
                <a:latin typeface="Arial"/>
                <a:ea typeface="Arial"/>
                <a:cs typeface="Arial"/>
              </a:defRPr>
            </a:lvl1pPr>
            <a:lvl2pPr>
              <a:defRPr sz="1725" b="0">
                <a:solidFill>
                  <a:srgbClr val="46DBC4"/>
                </a:solidFill>
                <a:latin typeface="Arial"/>
                <a:ea typeface="Arial"/>
                <a:cs typeface="Arial"/>
              </a:defRPr>
            </a:lvl2pPr>
            <a:lvl3pPr>
              <a:defRPr sz="1725" b="0">
                <a:solidFill>
                  <a:srgbClr val="46DBC4"/>
                </a:solidFill>
                <a:latin typeface="Arial"/>
                <a:ea typeface="Arial"/>
                <a:cs typeface="Arial"/>
              </a:defRPr>
            </a:lvl3pPr>
            <a:lvl4pPr>
              <a:defRPr sz="1725" b="0">
                <a:solidFill>
                  <a:srgbClr val="46DBC4"/>
                </a:solidFill>
                <a:latin typeface="Arial"/>
                <a:ea typeface="Arial"/>
                <a:cs typeface="Arial"/>
              </a:defRPr>
            </a:lvl4pPr>
            <a:lvl5pPr>
              <a:defRPr sz="1725" b="0">
                <a:solidFill>
                  <a:srgbClr val="46DBC4"/>
                </a:solidFill>
                <a:latin typeface="Arial"/>
                <a:ea typeface="Arial"/>
                <a:cs typeface="Arial"/>
              </a:defRPr>
            </a:lvl5pPr>
            <a:lvl6pPr>
              <a:defRPr sz="1725" b="0">
                <a:solidFill>
                  <a:srgbClr val="46DBC4"/>
                </a:solidFill>
                <a:latin typeface="Arial"/>
                <a:ea typeface="Arial"/>
                <a:cs typeface="Arial"/>
              </a:defRPr>
            </a:lvl6pPr>
            <a:lvl7pPr>
              <a:defRPr sz="1725" b="0">
                <a:solidFill>
                  <a:srgbClr val="46DBC4"/>
                </a:solidFill>
                <a:latin typeface="Arial"/>
                <a:ea typeface="Arial"/>
                <a:cs typeface="Arial"/>
              </a:defRPr>
            </a:lvl7pPr>
            <a:lvl8pPr>
              <a:defRPr sz="1725" b="0">
                <a:solidFill>
                  <a:srgbClr val="46DBC4"/>
                </a:solidFill>
                <a:latin typeface="Arial"/>
                <a:ea typeface="Arial"/>
                <a:cs typeface="Arial"/>
              </a:defRPr>
            </a:lvl8pPr>
            <a:lvl9pPr>
              <a:defRPr sz="1725" b="0">
                <a:solidFill>
                  <a:srgbClr val="46DBC4"/>
                </a:solidFill>
                <a:latin typeface="Arial"/>
                <a:ea typeface="Arial"/>
                <a:cs typeface="Arial"/>
              </a:defRPr>
            </a:lvl9pPr>
          </a:lstStyle>
          <a:p xmlns:a="http://schemas.openxmlformats.org/drawingml/2006/main">
            <a:pPr>
              <a:defRPr sz="1725" b="0">
                <a:solidFill>
                  <a:srgbClr val="46DBC4"/>
                </a:solidFill>
                <a:latin typeface="Arial"/>
                <a:ea typeface="Arial"/>
                <a:cs typeface="Arial"/>
              </a:defRPr>
            </a:pPr>
            <a:r>
              <a:rPr sz="1725" b="0">
                <a:solidFill>
                  <a:srgbClr val="46DBC4"/>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97D50C2-7FFE-4662-9C62-318244DC3579}"/>
              </a:ext>
            </a:extLst>
          </p:cNvPr>
          <p:cNvSpPr>
            <a:spLocks xmlns:a="http://schemas.openxmlformats.org/drawingml/2006/main" noGrp="1"/>
          </p:cNvSpPr>
          <p:nvPr/>
        </p:nvSpPr>
        <p:spPr>
          <a:xfrm xmlns:a="http://schemas.openxmlformats.org/drawingml/2006/main">
            <a:off x="5219700" y="2552700"/>
            <a:ext cx="2533650" cy="2743200"/>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12" name="">
            <a:extLst xmlns:a="http://schemas.openxmlformats.org/drawingml/2006/main">
              <a:ext uri="{FF2B5EF4-FFF2-40B4-BE49-F238E27FC236}">
                <a16:creationId xmlns:a16="http://schemas.microsoft.com/office/drawing/2014/main" id="{D427A91E-D2E3-458F-8093-7603F9A1DC1D}"/>
              </a:ext>
            </a:extLst>
          </p:cNvPr>
          <p:cNvSpPr>
            <a:spLocks xmlns:a="http://schemas.openxmlformats.org/drawingml/2006/main" noGrp="1"/>
          </p:cNvSpPr>
          <p:nvPr/>
        </p:nvSpPr>
        <p:spPr>
          <a:xfrm xmlns:a="http://schemas.openxmlformats.org/drawingml/2006/main">
            <a:off x="5372100" y="26765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6DBC4"/>
                </a:solidFill>
                <a:latin typeface="Arial"/>
                <a:ea typeface="Arial"/>
                <a:cs typeface="Arial"/>
              </a:defRPr>
            </a:defPPr>
            <a:lvl1pPr>
              <a:defRPr sz="1725" b="0">
                <a:solidFill>
                  <a:srgbClr val="46DBC4"/>
                </a:solidFill>
                <a:latin typeface="Arial"/>
                <a:ea typeface="Arial"/>
                <a:cs typeface="Arial"/>
              </a:defRPr>
            </a:lvl1pPr>
            <a:lvl2pPr>
              <a:defRPr sz="1725" b="0">
                <a:solidFill>
                  <a:srgbClr val="46DBC4"/>
                </a:solidFill>
                <a:latin typeface="Arial"/>
                <a:ea typeface="Arial"/>
                <a:cs typeface="Arial"/>
              </a:defRPr>
            </a:lvl2pPr>
            <a:lvl3pPr>
              <a:defRPr sz="1725" b="0">
                <a:solidFill>
                  <a:srgbClr val="46DBC4"/>
                </a:solidFill>
                <a:latin typeface="Arial"/>
                <a:ea typeface="Arial"/>
                <a:cs typeface="Arial"/>
              </a:defRPr>
            </a:lvl3pPr>
            <a:lvl4pPr>
              <a:defRPr sz="1725" b="0">
                <a:solidFill>
                  <a:srgbClr val="46DBC4"/>
                </a:solidFill>
                <a:latin typeface="Arial"/>
                <a:ea typeface="Arial"/>
                <a:cs typeface="Arial"/>
              </a:defRPr>
            </a:lvl4pPr>
            <a:lvl5pPr>
              <a:defRPr sz="1725" b="0">
                <a:solidFill>
                  <a:srgbClr val="46DBC4"/>
                </a:solidFill>
                <a:latin typeface="Arial"/>
                <a:ea typeface="Arial"/>
                <a:cs typeface="Arial"/>
              </a:defRPr>
            </a:lvl5pPr>
            <a:lvl6pPr>
              <a:defRPr sz="1725" b="0">
                <a:solidFill>
                  <a:srgbClr val="46DBC4"/>
                </a:solidFill>
                <a:latin typeface="Arial"/>
                <a:ea typeface="Arial"/>
                <a:cs typeface="Arial"/>
              </a:defRPr>
            </a:lvl6pPr>
            <a:lvl7pPr>
              <a:defRPr sz="1725" b="0">
                <a:solidFill>
                  <a:srgbClr val="46DBC4"/>
                </a:solidFill>
                <a:latin typeface="Arial"/>
                <a:ea typeface="Arial"/>
                <a:cs typeface="Arial"/>
              </a:defRPr>
            </a:lvl7pPr>
            <a:lvl8pPr>
              <a:defRPr sz="1725" b="0">
                <a:solidFill>
                  <a:srgbClr val="46DBC4"/>
                </a:solidFill>
                <a:latin typeface="Arial"/>
                <a:ea typeface="Arial"/>
                <a:cs typeface="Arial"/>
              </a:defRPr>
            </a:lvl8pPr>
            <a:lvl9pPr>
              <a:defRPr sz="1725" b="0">
                <a:solidFill>
                  <a:srgbClr val="46DBC4"/>
                </a:solidFill>
                <a:latin typeface="Arial"/>
                <a:ea typeface="Arial"/>
                <a:cs typeface="Arial"/>
              </a:defRPr>
            </a:lvl9pPr>
          </a:lstStyle>
          <a:p xmlns:a="http://schemas.openxmlformats.org/drawingml/2006/main">
            <a:pPr>
              <a:defRPr sz="1725" b="0">
                <a:solidFill>
                  <a:srgbClr val="46DBC4"/>
                </a:solidFill>
                <a:latin typeface="Arial"/>
                <a:ea typeface="Arial"/>
                <a:cs typeface="Arial"/>
              </a:defRPr>
            </a:pPr>
            <a:r>
              <a:rPr sz="1725" b="0">
                <a:solidFill>
                  <a:srgbClr val="46DBC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5C2638C7-7D68-45DE-830A-26141CFE2CAA}"/>
              </a:ext>
            </a:extLst>
          </p:cNvPr>
          <p:cNvSpPr>
            <a:spLocks xmlns:a="http://schemas.openxmlformats.org/drawingml/2006/main" noGrp="1"/>
          </p:cNvSpPr>
          <p:nvPr/>
        </p:nvSpPr>
        <p:spPr>
          <a:xfrm xmlns:a="http://schemas.openxmlformats.org/drawingml/2006/main">
            <a:off x="8020050" y="2552700"/>
            <a:ext cx="1638300" cy="2743200"/>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14" name="">
            <a:extLst xmlns:a="http://schemas.openxmlformats.org/drawingml/2006/main">
              <a:ext uri="{FF2B5EF4-FFF2-40B4-BE49-F238E27FC236}">
                <a16:creationId xmlns:a16="http://schemas.microsoft.com/office/drawing/2014/main" id="{3451DE95-34C9-4929-8A59-DCA5D45635A9}"/>
              </a:ext>
            </a:extLst>
          </p:cNvPr>
          <p:cNvSpPr>
            <a:spLocks xmlns:a="http://schemas.openxmlformats.org/drawingml/2006/main" noGrp="1"/>
          </p:cNvSpPr>
          <p:nvPr/>
        </p:nvSpPr>
        <p:spPr>
          <a:xfrm xmlns:a="http://schemas.openxmlformats.org/drawingml/2006/main">
            <a:off x="8172450" y="26765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6DBC4"/>
                </a:solidFill>
                <a:latin typeface="Arial"/>
                <a:ea typeface="Arial"/>
                <a:cs typeface="Arial"/>
              </a:defRPr>
            </a:defPPr>
            <a:lvl1pPr>
              <a:defRPr sz="1725" b="0">
                <a:solidFill>
                  <a:srgbClr val="46DBC4"/>
                </a:solidFill>
                <a:latin typeface="Arial"/>
                <a:ea typeface="Arial"/>
                <a:cs typeface="Arial"/>
              </a:defRPr>
            </a:lvl1pPr>
            <a:lvl2pPr>
              <a:defRPr sz="1725" b="0">
                <a:solidFill>
                  <a:srgbClr val="46DBC4"/>
                </a:solidFill>
                <a:latin typeface="Arial"/>
                <a:ea typeface="Arial"/>
                <a:cs typeface="Arial"/>
              </a:defRPr>
            </a:lvl2pPr>
            <a:lvl3pPr>
              <a:defRPr sz="1725" b="0">
                <a:solidFill>
                  <a:srgbClr val="46DBC4"/>
                </a:solidFill>
                <a:latin typeface="Arial"/>
                <a:ea typeface="Arial"/>
                <a:cs typeface="Arial"/>
              </a:defRPr>
            </a:lvl3pPr>
            <a:lvl4pPr>
              <a:defRPr sz="1725" b="0">
                <a:solidFill>
                  <a:srgbClr val="46DBC4"/>
                </a:solidFill>
                <a:latin typeface="Arial"/>
                <a:ea typeface="Arial"/>
                <a:cs typeface="Arial"/>
              </a:defRPr>
            </a:lvl4pPr>
            <a:lvl5pPr>
              <a:defRPr sz="1725" b="0">
                <a:solidFill>
                  <a:srgbClr val="46DBC4"/>
                </a:solidFill>
                <a:latin typeface="Arial"/>
                <a:ea typeface="Arial"/>
                <a:cs typeface="Arial"/>
              </a:defRPr>
            </a:lvl5pPr>
            <a:lvl6pPr>
              <a:defRPr sz="1725" b="0">
                <a:solidFill>
                  <a:srgbClr val="46DBC4"/>
                </a:solidFill>
                <a:latin typeface="Arial"/>
                <a:ea typeface="Arial"/>
                <a:cs typeface="Arial"/>
              </a:defRPr>
            </a:lvl6pPr>
            <a:lvl7pPr>
              <a:defRPr sz="1725" b="0">
                <a:solidFill>
                  <a:srgbClr val="46DBC4"/>
                </a:solidFill>
                <a:latin typeface="Arial"/>
                <a:ea typeface="Arial"/>
                <a:cs typeface="Arial"/>
              </a:defRPr>
            </a:lvl7pPr>
            <a:lvl8pPr>
              <a:defRPr sz="1725" b="0">
                <a:solidFill>
                  <a:srgbClr val="46DBC4"/>
                </a:solidFill>
                <a:latin typeface="Arial"/>
                <a:ea typeface="Arial"/>
                <a:cs typeface="Arial"/>
              </a:defRPr>
            </a:lvl8pPr>
            <a:lvl9pPr>
              <a:defRPr sz="1725" b="0">
                <a:solidFill>
                  <a:srgbClr val="46DBC4"/>
                </a:solidFill>
                <a:latin typeface="Arial"/>
                <a:ea typeface="Arial"/>
                <a:cs typeface="Arial"/>
              </a:defRPr>
            </a:lvl9pPr>
          </a:lstStyle>
          <a:p xmlns:a="http://schemas.openxmlformats.org/drawingml/2006/main">
            <a:pPr>
              <a:defRPr sz="1725" b="0">
                <a:solidFill>
                  <a:srgbClr val="46DBC4"/>
                </a:solidFill>
                <a:latin typeface="Arial"/>
                <a:ea typeface="Arial"/>
                <a:cs typeface="Arial"/>
              </a:defRPr>
            </a:pPr>
            <a:r>
              <a:rPr sz="1725" b="0">
                <a:solidFill>
                  <a:srgbClr val="46DBC4"/>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3AB53845-545C-43DB-B572-4B39440E7055}"/>
              </a:ext>
            </a:extLst>
          </p:cNvPr>
          <p:cNvSpPr>
            <a:spLocks xmlns:a="http://schemas.openxmlformats.org/drawingml/2006/main" noGrp="1"/>
          </p:cNvSpPr>
          <p:nvPr/>
        </p:nvSpPr>
        <p:spPr>
          <a:xfrm xmlns:a="http://schemas.openxmlformats.org/drawingml/2006/main">
            <a:off x="9925050" y="2552700"/>
            <a:ext cx="1733550" cy="2743200"/>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16" name="">
            <a:extLst xmlns:a="http://schemas.openxmlformats.org/drawingml/2006/main">
              <a:ext uri="{FF2B5EF4-FFF2-40B4-BE49-F238E27FC236}">
                <a16:creationId xmlns:a16="http://schemas.microsoft.com/office/drawing/2014/main" id="{281C7759-FF25-46D8-99F1-C69886A562C5}"/>
              </a:ext>
            </a:extLst>
          </p:cNvPr>
          <p:cNvSpPr>
            <a:spLocks xmlns:a="http://schemas.openxmlformats.org/drawingml/2006/main" noGrp="1"/>
          </p:cNvSpPr>
          <p:nvPr/>
        </p:nvSpPr>
        <p:spPr>
          <a:xfrm xmlns:a="http://schemas.openxmlformats.org/drawingml/2006/main">
            <a:off x="10077450" y="26765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6DBC4"/>
                </a:solidFill>
                <a:latin typeface="Arial"/>
                <a:ea typeface="Arial"/>
                <a:cs typeface="Arial"/>
              </a:defRPr>
            </a:defPPr>
            <a:lvl1pPr>
              <a:defRPr sz="1725" b="0">
                <a:solidFill>
                  <a:srgbClr val="46DBC4"/>
                </a:solidFill>
                <a:latin typeface="Arial"/>
                <a:ea typeface="Arial"/>
                <a:cs typeface="Arial"/>
              </a:defRPr>
            </a:lvl1pPr>
            <a:lvl2pPr>
              <a:defRPr sz="1725" b="0">
                <a:solidFill>
                  <a:srgbClr val="46DBC4"/>
                </a:solidFill>
                <a:latin typeface="Arial"/>
                <a:ea typeface="Arial"/>
                <a:cs typeface="Arial"/>
              </a:defRPr>
            </a:lvl2pPr>
            <a:lvl3pPr>
              <a:defRPr sz="1725" b="0">
                <a:solidFill>
                  <a:srgbClr val="46DBC4"/>
                </a:solidFill>
                <a:latin typeface="Arial"/>
                <a:ea typeface="Arial"/>
                <a:cs typeface="Arial"/>
              </a:defRPr>
            </a:lvl3pPr>
            <a:lvl4pPr>
              <a:defRPr sz="1725" b="0">
                <a:solidFill>
                  <a:srgbClr val="46DBC4"/>
                </a:solidFill>
                <a:latin typeface="Arial"/>
                <a:ea typeface="Arial"/>
                <a:cs typeface="Arial"/>
              </a:defRPr>
            </a:lvl4pPr>
            <a:lvl5pPr>
              <a:defRPr sz="1725" b="0">
                <a:solidFill>
                  <a:srgbClr val="46DBC4"/>
                </a:solidFill>
                <a:latin typeface="Arial"/>
                <a:ea typeface="Arial"/>
                <a:cs typeface="Arial"/>
              </a:defRPr>
            </a:lvl5pPr>
            <a:lvl6pPr>
              <a:defRPr sz="1725" b="0">
                <a:solidFill>
                  <a:srgbClr val="46DBC4"/>
                </a:solidFill>
                <a:latin typeface="Arial"/>
                <a:ea typeface="Arial"/>
                <a:cs typeface="Arial"/>
              </a:defRPr>
            </a:lvl6pPr>
            <a:lvl7pPr>
              <a:defRPr sz="1725" b="0">
                <a:solidFill>
                  <a:srgbClr val="46DBC4"/>
                </a:solidFill>
                <a:latin typeface="Arial"/>
                <a:ea typeface="Arial"/>
                <a:cs typeface="Arial"/>
              </a:defRPr>
            </a:lvl7pPr>
            <a:lvl8pPr>
              <a:defRPr sz="1725" b="0">
                <a:solidFill>
                  <a:srgbClr val="46DBC4"/>
                </a:solidFill>
                <a:latin typeface="Arial"/>
                <a:ea typeface="Arial"/>
                <a:cs typeface="Arial"/>
              </a:defRPr>
            </a:lvl8pPr>
            <a:lvl9pPr>
              <a:defRPr sz="1725" b="0">
                <a:solidFill>
                  <a:srgbClr val="46DBC4"/>
                </a:solidFill>
                <a:latin typeface="Arial"/>
                <a:ea typeface="Arial"/>
                <a:cs typeface="Arial"/>
              </a:defRPr>
            </a:lvl9pPr>
          </a:lstStyle>
          <a:p xmlns:a="http://schemas.openxmlformats.org/drawingml/2006/main">
            <a:pPr>
              <a:defRPr sz="1725" b="0">
                <a:solidFill>
                  <a:srgbClr val="46DBC4"/>
                </a:solidFill>
                <a:latin typeface="Arial"/>
                <a:ea typeface="Arial"/>
                <a:cs typeface="Arial"/>
              </a:defRPr>
            </a:pPr>
            <a:r>
              <a:rPr sz="1725" b="0">
                <a:solidFill>
                  <a:srgbClr val="46DBC4"/>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36299400-99CD-4181-AD14-C249079EBDC1}"/>
              </a:ext>
            </a:extLst>
          </p:cNvPr>
          <p:cNvSpPr>
            <a:spLocks xmlns:a="http://schemas.openxmlformats.org/drawingml/2006/main" noGrp="1"/>
          </p:cNvSpPr>
          <p:nvPr/>
        </p:nvSpPr>
        <p:spPr>
          <a:xfrm xmlns:a="http://schemas.openxmlformats.org/drawingml/2006/main">
            <a:off x="685800" y="3162300"/>
            <a:ext cx="1657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F0F5F5"/>
                </a:solidFill>
                <a:latin typeface="Arial"/>
                <a:ea typeface="Arial"/>
                <a:cs typeface="Arial"/>
              </a:defRPr>
            </a:defPPr>
            <a:lvl1pPr>
              <a:defRPr sz="2100" b="1">
                <a:solidFill>
                  <a:srgbClr val="F0F5F5"/>
                </a:solidFill>
                <a:latin typeface="Arial"/>
                <a:ea typeface="Arial"/>
                <a:cs typeface="Arial"/>
              </a:defRPr>
            </a:lvl1pPr>
            <a:lvl2pPr>
              <a:defRPr sz="2100" b="1">
                <a:solidFill>
                  <a:srgbClr val="F0F5F5"/>
                </a:solidFill>
                <a:latin typeface="Arial"/>
                <a:ea typeface="Arial"/>
                <a:cs typeface="Arial"/>
              </a:defRPr>
            </a:lvl2pPr>
            <a:lvl3pPr>
              <a:defRPr sz="2100" b="1">
                <a:solidFill>
                  <a:srgbClr val="F0F5F5"/>
                </a:solidFill>
                <a:latin typeface="Arial"/>
                <a:ea typeface="Arial"/>
                <a:cs typeface="Arial"/>
              </a:defRPr>
            </a:lvl3pPr>
            <a:lvl4pPr>
              <a:defRPr sz="2100" b="1">
                <a:solidFill>
                  <a:srgbClr val="F0F5F5"/>
                </a:solidFill>
                <a:latin typeface="Arial"/>
                <a:ea typeface="Arial"/>
                <a:cs typeface="Arial"/>
              </a:defRPr>
            </a:lvl4pPr>
            <a:lvl5pPr>
              <a:defRPr sz="2100" b="1">
                <a:solidFill>
                  <a:srgbClr val="F0F5F5"/>
                </a:solidFill>
                <a:latin typeface="Arial"/>
                <a:ea typeface="Arial"/>
                <a:cs typeface="Arial"/>
              </a:defRPr>
            </a:lvl5pPr>
            <a:lvl6pPr>
              <a:defRPr sz="2100" b="1">
                <a:solidFill>
                  <a:srgbClr val="F0F5F5"/>
                </a:solidFill>
                <a:latin typeface="Arial"/>
                <a:ea typeface="Arial"/>
                <a:cs typeface="Arial"/>
              </a:defRPr>
            </a:lvl6pPr>
            <a:lvl7pPr>
              <a:defRPr sz="2100" b="1">
                <a:solidFill>
                  <a:srgbClr val="F0F5F5"/>
                </a:solidFill>
                <a:latin typeface="Arial"/>
                <a:ea typeface="Arial"/>
                <a:cs typeface="Arial"/>
              </a:defRPr>
            </a:lvl7pPr>
            <a:lvl8pPr>
              <a:defRPr sz="2100" b="1">
                <a:solidFill>
                  <a:srgbClr val="F0F5F5"/>
                </a:solidFill>
                <a:latin typeface="Arial"/>
                <a:ea typeface="Arial"/>
                <a:cs typeface="Arial"/>
              </a:defRPr>
            </a:lvl8pPr>
            <a:lvl9pPr>
              <a:defRPr sz="2100" b="1">
                <a:solidFill>
                  <a:srgbClr val="F0F5F5"/>
                </a:solidFill>
                <a:latin typeface="Arial"/>
                <a:ea typeface="Arial"/>
                <a:cs typeface="Arial"/>
              </a:defRPr>
            </a:lvl9pPr>
          </a:lstStyle>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Кіріс</a:t>
            </a:r>
          </a:p>
        </p:txBody>
      </p:sp>
      <p:sp>
        <p:nvSpPr>
          <p:cNvPr id="18" name="">
            <a:extLst xmlns:a="http://schemas.openxmlformats.org/drawingml/2006/main">
              <a:ext uri="{FF2B5EF4-FFF2-40B4-BE49-F238E27FC236}">
                <a16:creationId xmlns:a16="http://schemas.microsoft.com/office/drawing/2014/main" id="{A89D6CC5-7DF7-41E2-9855-85146DB1AA5B}"/>
              </a:ext>
            </a:extLst>
          </p:cNvPr>
          <p:cNvSpPr>
            <a:spLocks xmlns:a="http://schemas.openxmlformats.org/drawingml/2006/main" noGrp="1"/>
          </p:cNvSpPr>
          <p:nvPr/>
        </p:nvSpPr>
        <p:spPr>
          <a:xfrm xmlns:a="http://schemas.openxmlformats.org/drawingml/2006/main">
            <a:off x="685800" y="4162425"/>
            <a:ext cx="1657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ADBDC7"/>
                </a:solidFill>
                <a:latin typeface="Arial"/>
                <a:ea typeface="Arial"/>
                <a:cs typeface="Arial"/>
              </a:defRPr>
            </a:defPPr>
            <a:lvl1pPr>
              <a:defRPr sz="1725" b="0">
                <a:solidFill>
                  <a:srgbClr val="ADBDC7"/>
                </a:solidFill>
                <a:latin typeface="Arial"/>
                <a:ea typeface="Arial"/>
                <a:cs typeface="Arial"/>
              </a:defRPr>
            </a:lvl1pPr>
            <a:lvl2pPr>
              <a:defRPr sz="1725" b="0">
                <a:solidFill>
                  <a:srgbClr val="ADBDC7"/>
                </a:solidFill>
                <a:latin typeface="Arial"/>
                <a:ea typeface="Arial"/>
                <a:cs typeface="Arial"/>
              </a:defRPr>
            </a:lvl2pPr>
            <a:lvl3pPr>
              <a:defRPr sz="1725" b="0">
                <a:solidFill>
                  <a:srgbClr val="ADBDC7"/>
                </a:solidFill>
                <a:latin typeface="Arial"/>
                <a:ea typeface="Arial"/>
                <a:cs typeface="Arial"/>
              </a:defRPr>
            </a:lvl3pPr>
            <a:lvl4pPr>
              <a:defRPr sz="1725" b="0">
                <a:solidFill>
                  <a:srgbClr val="ADBDC7"/>
                </a:solidFill>
                <a:latin typeface="Arial"/>
                <a:ea typeface="Arial"/>
                <a:cs typeface="Arial"/>
              </a:defRPr>
            </a:lvl4pPr>
            <a:lvl5pPr>
              <a:defRPr sz="1725" b="0">
                <a:solidFill>
                  <a:srgbClr val="ADBDC7"/>
                </a:solidFill>
                <a:latin typeface="Arial"/>
                <a:ea typeface="Arial"/>
                <a:cs typeface="Arial"/>
              </a:defRPr>
            </a:lvl5pPr>
            <a:lvl6pPr>
              <a:defRPr sz="1725" b="0">
                <a:solidFill>
                  <a:srgbClr val="ADBDC7"/>
                </a:solidFill>
                <a:latin typeface="Arial"/>
                <a:ea typeface="Arial"/>
                <a:cs typeface="Arial"/>
              </a:defRPr>
            </a:lvl6pPr>
            <a:lvl7pPr>
              <a:defRPr sz="1725" b="0">
                <a:solidFill>
                  <a:srgbClr val="ADBDC7"/>
                </a:solidFill>
                <a:latin typeface="Arial"/>
                <a:ea typeface="Arial"/>
                <a:cs typeface="Arial"/>
              </a:defRPr>
            </a:lvl7pPr>
            <a:lvl8pPr>
              <a:defRPr sz="1725" b="0">
                <a:solidFill>
                  <a:srgbClr val="ADBDC7"/>
                </a:solidFill>
                <a:latin typeface="Arial"/>
                <a:ea typeface="Arial"/>
                <a:cs typeface="Arial"/>
              </a:defRPr>
            </a:lvl8pPr>
            <a:lvl9pPr>
              <a:defRPr sz="1725" b="0">
                <a:solidFill>
                  <a:srgbClr val="ADBDC7"/>
                </a:solidFill>
                <a:latin typeface="Arial"/>
                <a:ea typeface="Arial"/>
                <a:cs typeface="Arial"/>
              </a:defRPr>
            </a:lvl9pPr>
          </a:lstStyle>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Мәтін</a:t>
            </a:r>
          </a:p>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Сурет</a:t>
            </a:r>
          </a:p>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Транскрипт</a:t>
            </a:r>
          </a:p>
        </p:txBody>
      </p:sp>
      <p:sp>
        <p:nvSpPr>
          <p:cNvPr id="19" name="">
            <a:extLst xmlns:a="http://schemas.openxmlformats.org/drawingml/2006/main">
              <a:ext uri="{FF2B5EF4-FFF2-40B4-BE49-F238E27FC236}">
                <a16:creationId xmlns:a16="http://schemas.microsoft.com/office/drawing/2014/main" id="{A49A1F67-5E2B-4A88-A2E5-4DDC198B09C5}"/>
              </a:ext>
            </a:extLst>
          </p:cNvPr>
          <p:cNvSpPr>
            <a:spLocks xmlns:a="http://schemas.openxmlformats.org/drawingml/2006/main" noGrp="1"/>
          </p:cNvSpPr>
          <p:nvPr/>
        </p:nvSpPr>
        <p:spPr>
          <a:xfrm xmlns:a="http://schemas.openxmlformats.org/drawingml/2006/main">
            <a:off x="2895600" y="31623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F0F5F5"/>
                </a:solidFill>
                <a:latin typeface="Arial"/>
                <a:ea typeface="Arial"/>
                <a:cs typeface="Arial"/>
              </a:defRPr>
            </a:defPPr>
            <a:lvl1pPr>
              <a:defRPr sz="2100" b="1">
                <a:solidFill>
                  <a:srgbClr val="F0F5F5"/>
                </a:solidFill>
                <a:latin typeface="Arial"/>
                <a:ea typeface="Arial"/>
                <a:cs typeface="Arial"/>
              </a:defRPr>
            </a:lvl1pPr>
            <a:lvl2pPr>
              <a:defRPr sz="2100" b="1">
                <a:solidFill>
                  <a:srgbClr val="F0F5F5"/>
                </a:solidFill>
                <a:latin typeface="Arial"/>
                <a:ea typeface="Arial"/>
                <a:cs typeface="Arial"/>
              </a:defRPr>
            </a:lvl2pPr>
            <a:lvl3pPr>
              <a:defRPr sz="2100" b="1">
                <a:solidFill>
                  <a:srgbClr val="F0F5F5"/>
                </a:solidFill>
                <a:latin typeface="Arial"/>
                <a:ea typeface="Arial"/>
                <a:cs typeface="Arial"/>
              </a:defRPr>
            </a:lvl3pPr>
            <a:lvl4pPr>
              <a:defRPr sz="2100" b="1">
                <a:solidFill>
                  <a:srgbClr val="F0F5F5"/>
                </a:solidFill>
                <a:latin typeface="Arial"/>
                <a:ea typeface="Arial"/>
                <a:cs typeface="Arial"/>
              </a:defRPr>
            </a:lvl4pPr>
            <a:lvl5pPr>
              <a:defRPr sz="2100" b="1">
                <a:solidFill>
                  <a:srgbClr val="F0F5F5"/>
                </a:solidFill>
                <a:latin typeface="Arial"/>
                <a:ea typeface="Arial"/>
                <a:cs typeface="Arial"/>
              </a:defRPr>
            </a:lvl5pPr>
            <a:lvl6pPr>
              <a:defRPr sz="2100" b="1">
                <a:solidFill>
                  <a:srgbClr val="F0F5F5"/>
                </a:solidFill>
                <a:latin typeface="Arial"/>
                <a:ea typeface="Arial"/>
                <a:cs typeface="Arial"/>
              </a:defRPr>
            </a:lvl6pPr>
            <a:lvl7pPr>
              <a:defRPr sz="2100" b="1">
                <a:solidFill>
                  <a:srgbClr val="F0F5F5"/>
                </a:solidFill>
                <a:latin typeface="Arial"/>
                <a:ea typeface="Arial"/>
                <a:cs typeface="Arial"/>
              </a:defRPr>
            </a:lvl7pPr>
            <a:lvl8pPr>
              <a:defRPr sz="2100" b="1">
                <a:solidFill>
                  <a:srgbClr val="F0F5F5"/>
                </a:solidFill>
                <a:latin typeface="Arial"/>
                <a:ea typeface="Arial"/>
                <a:cs typeface="Arial"/>
              </a:defRPr>
            </a:lvl8pPr>
            <a:lvl9pPr>
              <a:defRPr sz="2100" b="1">
                <a:solidFill>
                  <a:srgbClr val="F0F5F5"/>
                </a:solidFill>
                <a:latin typeface="Arial"/>
                <a:ea typeface="Arial"/>
                <a:cs typeface="Arial"/>
              </a:defRPr>
            </a:lvl9pPr>
          </a:lstStyle>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Деректерді</a:t>
            </a:r>
          </a:p>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алу</a:t>
            </a:r>
          </a:p>
        </p:txBody>
      </p:sp>
      <p:sp>
        <p:nvSpPr>
          <p:cNvPr id="20" name="">
            <a:extLst xmlns:a="http://schemas.openxmlformats.org/drawingml/2006/main">
              <a:ext uri="{FF2B5EF4-FFF2-40B4-BE49-F238E27FC236}">
                <a16:creationId xmlns:a16="http://schemas.microsoft.com/office/drawing/2014/main" id="{62F8B614-1019-47AB-A522-90D955B82F51}"/>
              </a:ext>
            </a:extLst>
          </p:cNvPr>
          <p:cNvSpPr>
            <a:spLocks xmlns:a="http://schemas.openxmlformats.org/drawingml/2006/main" noGrp="1"/>
          </p:cNvSpPr>
          <p:nvPr/>
        </p:nvSpPr>
        <p:spPr>
          <a:xfrm xmlns:a="http://schemas.openxmlformats.org/drawingml/2006/main">
            <a:off x="2895600" y="4162425"/>
            <a:ext cx="1905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ADBDC7"/>
                </a:solidFill>
                <a:latin typeface="Arial"/>
                <a:ea typeface="Arial"/>
                <a:cs typeface="Arial"/>
              </a:defRPr>
            </a:defPPr>
            <a:lvl1pPr>
              <a:defRPr sz="1725" b="0">
                <a:solidFill>
                  <a:srgbClr val="ADBDC7"/>
                </a:solidFill>
                <a:latin typeface="Arial"/>
                <a:ea typeface="Arial"/>
                <a:cs typeface="Arial"/>
              </a:defRPr>
            </a:lvl1pPr>
            <a:lvl2pPr>
              <a:defRPr sz="1725" b="0">
                <a:solidFill>
                  <a:srgbClr val="ADBDC7"/>
                </a:solidFill>
                <a:latin typeface="Arial"/>
                <a:ea typeface="Arial"/>
                <a:cs typeface="Arial"/>
              </a:defRPr>
            </a:lvl2pPr>
            <a:lvl3pPr>
              <a:defRPr sz="1725" b="0">
                <a:solidFill>
                  <a:srgbClr val="ADBDC7"/>
                </a:solidFill>
                <a:latin typeface="Arial"/>
                <a:ea typeface="Arial"/>
                <a:cs typeface="Arial"/>
              </a:defRPr>
            </a:lvl3pPr>
            <a:lvl4pPr>
              <a:defRPr sz="1725" b="0">
                <a:solidFill>
                  <a:srgbClr val="ADBDC7"/>
                </a:solidFill>
                <a:latin typeface="Arial"/>
                <a:ea typeface="Arial"/>
                <a:cs typeface="Arial"/>
              </a:defRPr>
            </a:lvl4pPr>
            <a:lvl5pPr>
              <a:defRPr sz="1725" b="0">
                <a:solidFill>
                  <a:srgbClr val="ADBDC7"/>
                </a:solidFill>
                <a:latin typeface="Arial"/>
                <a:ea typeface="Arial"/>
                <a:cs typeface="Arial"/>
              </a:defRPr>
            </a:lvl5pPr>
            <a:lvl6pPr>
              <a:defRPr sz="1725" b="0">
                <a:solidFill>
                  <a:srgbClr val="ADBDC7"/>
                </a:solidFill>
                <a:latin typeface="Arial"/>
                <a:ea typeface="Arial"/>
                <a:cs typeface="Arial"/>
              </a:defRPr>
            </a:lvl6pPr>
            <a:lvl7pPr>
              <a:defRPr sz="1725" b="0">
                <a:solidFill>
                  <a:srgbClr val="ADBDC7"/>
                </a:solidFill>
                <a:latin typeface="Arial"/>
                <a:ea typeface="Arial"/>
                <a:cs typeface="Arial"/>
              </a:defRPr>
            </a:lvl7pPr>
            <a:lvl8pPr>
              <a:defRPr sz="1725" b="0">
                <a:solidFill>
                  <a:srgbClr val="ADBDC7"/>
                </a:solidFill>
                <a:latin typeface="Arial"/>
                <a:ea typeface="Arial"/>
                <a:cs typeface="Arial"/>
              </a:defRPr>
            </a:lvl8pPr>
            <a:lvl9pPr>
              <a:defRPr sz="1725" b="0">
                <a:solidFill>
                  <a:srgbClr val="ADBDC7"/>
                </a:solidFill>
                <a:latin typeface="Arial"/>
                <a:ea typeface="Arial"/>
                <a:cs typeface="Arial"/>
              </a:defRPr>
            </a:lvl9pPr>
          </a:lstStyle>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OCR</a:t>
            </a:r>
          </a:p>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Бүркемелеу</a:t>
            </a:r>
          </a:p>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Дайындау</a:t>
            </a:r>
          </a:p>
        </p:txBody>
      </p:sp>
      <p:sp>
        <p:nvSpPr>
          <p:cNvPr id="21" name="">
            <a:extLst xmlns:a="http://schemas.openxmlformats.org/drawingml/2006/main">
              <a:ext uri="{FF2B5EF4-FFF2-40B4-BE49-F238E27FC236}">
                <a16:creationId xmlns:a16="http://schemas.microsoft.com/office/drawing/2014/main" id="{ED154D05-2580-4EE5-A369-7FE487B3A7F7}"/>
              </a:ext>
            </a:extLst>
          </p:cNvPr>
          <p:cNvSpPr>
            <a:spLocks xmlns:a="http://schemas.openxmlformats.org/drawingml/2006/main" noGrp="1"/>
          </p:cNvSpPr>
          <p:nvPr/>
        </p:nvSpPr>
        <p:spPr>
          <a:xfrm xmlns:a="http://schemas.openxmlformats.org/drawingml/2006/main">
            <a:off x="5372100" y="3162300"/>
            <a:ext cx="2228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F0F5F5"/>
                </a:solidFill>
                <a:latin typeface="Arial"/>
                <a:ea typeface="Arial"/>
                <a:cs typeface="Arial"/>
              </a:defRPr>
            </a:defPPr>
            <a:lvl1pPr>
              <a:defRPr sz="2100" b="1">
                <a:solidFill>
                  <a:srgbClr val="F0F5F5"/>
                </a:solidFill>
                <a:latin typeface="Arial"/>
                <a:ea typeface="Arial"/>
                <a:cs typeface="Arial"/>
              </a:defRPr>
            </a:lvl1pPr>
            <a:lvl2pPr>
              <a:defRPr sz="2100" b="1">
                <a:solidFill>
                  <a:srgbClr val="F0F5F5"/>
                </a:solidFill>
                <a:latin typeface="Arial"/>
                <a:ea typeface="Arial"/>
                <a:cs typeface="Arial"/>
              </a:defRPr>
            </a:lvl2pPr>
            <a:lvl3pPr>
              <a:defRPr sz="2100" b="1">
                <a:solidFill>
                  <a:srgbClr val="F0F5F5"/>
                </a:solidFill>
                <a:latin typeface="Arial"/>
                <a:ea typeface="Arial"/>
                <a:cs typeface="Arial"/>
              </a:defRPr>
            </a:lvl3pPr>
            <a:lvl4pPr>
              <a:defRPr sz="2100" b="1">
                <a:solidFill>
                  <a:srgbClr val="F0F5F5"/>
                </a:solidFill>
                <a:latin typeface="Arial"/>
                <a:ea typeface="Arial"/>
                <a:cs typeface="Arial"/>
              </a:defRPr>
            </a:lvl4pPr>
            <a:lvl5pPr>
              <a:defRPr sz="2100" b="1">
                <a:solidFill>
                  <a:srgbClr val="F0F5F5"/>
                </a:solidFill>
                <a:latin typeface="Arial"/>
                <a:ea typeface="Arial"/>
                <a:cs typeface="Arial"/>
              </a:defRPr>
            </a:lvl5pPr>
            <a:lvl6pPr>
              <a:defRPr sz="2100" b="1">
                <a:solidFill>
                  <a:srgbClr val="F0F5F5"/>
                </a:solidFill>
                <a:latin typeface="Arial"/>
                <a:ea typeface="Arial"/>
                <a:cs typeface="Arial"/>
              </a:defRPr>
            </a:lvl6pPr>
            <a:lvl7pPr>
              <a:defRPr sz="2100" b="1">
                <a:solidFill>
                  <a:srgbClr val="F0F5F5"/>
                </a:solidFill>
                <a:latin typeface="Arial"/>
                <a:ea typeface="Arial"/>
                <a:cs typeface="Arial"/>
              </a:defRPr>
            </a:lvl7pPr>
            <a:lvl8pPr>
              <a:defRPr sz="2100" b="1">
                <a:solidFill>
                  <a:srgbClr val="F0F5F5"/>
                </a:solidFill>
                <a:latin typeface="Arial"/>
                <a:ea typeface="Arial"/>
                <a:cs typeface="Arial"/>
              </a:defRPr>
            </a:lvl8pPr>
            <a:lvl9pPr>
              <a:defRPr sz="2100" b="1">
                <a:solidFill>
                  <a:srgbClr val="F0F5F5"/>
                </a:solidFill>
                <a:latin typeface="Arial"/>
                <a:ea typeface="Arial"/>
                <a:cs typeface="Arial"/>
              </a:defRPr>
            </a:lvl9pPr>
          </a:lstStyle>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Үш бағыттағы</a:t>
            </a:r>
          </a:p>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талдау</a:t>
            </a:r>
          </a:p>
        </p:txBody>
      </p:sp>
      <p:sp>
        <p:nvSpPr>
          <p:cNvPr id="22" name="">
            <a:extLst xmlns:a="http://schemas.openxmlformats.org/drawingml/2006/main">
              <a:ext uri="{FF2B5EF4-FFF2-40B4-BE49-F238E27FC236}">
                <a16:creationId xmlns:a16="http://schemas.microsoft.com/office/drawing/2014/main" id="{6667B970-4BD1-4273-B1CE-2D46AB721D35}"/>
              </a:ext>
            </a:extLst>
          </p:cNvPr>
          <p:cNvSpPr>
            <a:spLocks xmlns:a="http://schemas.openxmlformats.org/drawingml/2006/main" noGrp="1"/>
          </p:cNvSpPr>
          <p:nvPr/>
        </p:nvSpPr>
        <p:spPr>
          <a:xfrm xmlns:a="http://schemas.openxmlformats.org/drawingml/2006/main">
            <a:off x="5372100" y="4143375"/>
            <a:ext cx="28575" cy="266700"/>
          </a:xfrm>
          <a:prstGeom xmlns:a="http://schemas.openxmlformats.org/drawingml/2006/main" prst="rect">
            <a:avLst/>
          </a:prstGeom>
          <a:solidFill xmlns:a="http://schemas.openxmlformats.org/drawingml/2006/main">
            <a:srgbClr val="8EBBE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1A72B02-8F8D-4F0B-8157-C3095B67CCF1}"/>
              </a:ext>
            </a:extLst>
          </p:cNvPr>
          <p:cNvSpPr>
            <a:spLocks xmlns:a="http://schemas.openxmlformats.org/drawingml/2006/main" noGrp="1"/>
          </p:cNvSpPr>
          <p:nvPr/>
        </p:nvSpPr>
        <p:spPr>
          <a:xfrm xmlns:a="http://schemas.openxmlformats.org/drawingml/2006/main">
            <a:off x="5505450" y="4105275"/>
            <a:ext cx="2085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8EBBEE"/>
                </a:solidFill>
                <a:latin typeface="Arial"/>
                <a:ea typeface="Arial"/>
                <a:cs typeface="Arial"/>
              </a:defRPr>
            </a:defPPr>
            <a:lvl1pPr>
              <a:defRPr sz="1650" b="0">
                <a:solidFill>
                  <a:srgbClr val="8EBBEE"/>
                </a:solidFill>
                <a:latin typeface="Arial"/>
                <a:ea typeface="Arial"/>
                <a:cs typeface="Arial"/>
              </a:defRPr>
            </a:lvl1pPr>
            <a:lvl2pPr>
              <a:defRPr sz="1650" b="0">
                <a:solidFill>
                  <a:srgbClr val="8EBBEE"/>
                </a:solidFill>
                <a:latin typeface="Arial"/>
                <a:ea typeface="Arial"/>
                <a:cs typeface="Arial"/>
              </a:defRPr>
            </a:lvl2pPr>
            <a:lvl3pPr>
              <a:defRPr sz="1650" b="0">
                <a:solidFill>
                  <a:srgbClr val="8EBBEE"/>
                </a:solidFill>
                <a:latin typeface="Arial"/>
                <a:ea typeface="Arial"/>
                <a:cs typeface="Arial"/>
              </a:defRPr>
            </a:lvl3pPr>
            <a:lvl4pPr>
              <a:defRPr sz="1650" b="0">
                <a:solidFill>
                  <a:srgbClr val="8EBBEE"/>
                </a:solidFill>
                <a:latin typeface="Arial"/>
                <a:ea typeface="Arial"/>
                <a:cs typeface="Arial"/>
              </a:defRPr>
            </a:lvl4pPr>
            <a:lvl5pPr>
              <a:defRPr sz="1650" b="0">
                <a:solidFill>
                  <a:srgbClr val="8EBBEE"/>
                </a:solidFill>
                <a:latin typeface="Arial"/>
                <a:ea typeface="Arial"/>
                <a:cs typeface="Arial"/>
              </a:defRPr>
            </a:lvl5pPr>
            <a:lvl6pPr>
              <a:defRPr sz="1650" b="0">
                <a:solidFill>
                  <a:srgbClr val="8EBBEE"/>
                </a:solidFill>
                <a:latin typeface="Arial"/>
                <a:ea typeface="Arial"/>
                <a:cs typeface="Arial"/>
              </a:defRPr>
            </a:lvl6pPr>
            <a:lvl7pPr>
              <a:defRPr sz="1650" b="0">
                <a:solidFill>
                  <a:srgbClr val="8EBBEE"/>
                </a:solidFill>
                <a:latin typeface="Arial"/>
                <a:ea typeface="Arial"/>
                <a:cs typeface="Arial"/>
              </a:defRPr>
            </a:lvl7pPr>
            <a:lvl8pPr>
              <a:defRPr sz="1650" b="0">
                <a:solidFill>
                  <a:srgbClr val="8EBBEE"/>
                </a:solidFill>
                <a:latin typeface="Arial"/>
                <a:ea typeface="Arial"/>
                <a:cs typeface="Arial"/>
              </a:defRPr>
            </a:lvl8pPr>
            <a:lvl9pPr>
              <a:defRPr sz="1650" b="0">
                <a:solidFill>
                  <a:srgbClr val="8EBBEE"/>
                </a:solidFill>
                <a:latin typeface="Arial"/>
                <a:ea typeface="Arial"/>
                <a:cs typeface="Arial"/>
              </a:defRPr>
            </a:lvl9pPr>
          </a:lstStyle>
          <a:p xmlns:a="http://schemas.openxmlformats.org/drawingml/2006/main">
            <a:pPr>
              <a:defRPr sz="1650" b="0">
                <a:solidFill>
                  <a:srgbClr val="8EBBEE"/>
                </a:solidFill>
                <a:latin typeface="Arial"/>
                <a:ea typeface="Arial"/>
                <a:cs typeface="Arial"/>
              </a:defRPr>
            </a:pPr>
            <a:r>
              <a:rPr sz="1650" b="0">
                <a:solidFill>
                  <a:srgbClr val="8EBBEE"/>
                </a:solidFill>
                <a:latin typeface="Arial"/>
                <a:ea typeface="Arial"/>
                <a:cs typeface="Arial"/>
              </a:rPr>
              <a:t>Ұтыс ережелері</a:t>
            </a:r>
          </a:p>
        </p:txBody>
      </p:sp>
      <p:sp>
        <p:nvSpPr>
          <p:cNvPr id="24" name="">
            <a:extLst xmlns:a="http://schemas.openxmlformats.org/drawingml/2006/main">
              <a:ext uri="{FF2B5EF4-FFF2-40B4-BE49-F238E27FC236}">
                <a16:creationId xmlns:a16="http://schemas.microsoft.com/office/drawing/2014/main" id="{026BE3DA-7DF8-4506-A939-59AC0C9ACE11}"/>
              </a:ext>
            </a:extLst>
          </p:cNvPr>
          <p:cNvSpPr>
            <a:spLocks xmlns:a="http://schemas.openxmlformats.org/drawingml/2006/main" noGrp="1"/>
          </p:cNvSpPr>
          <p:nvPr/>
        </p:nvSpPr>
        <p:spPr>
          <a:xfrm xmlns:a="http://schemas.openxmlformats.org/drawingml/2006/main">
            <a:off x="5372100" y="4476750"/>
            <a:ext cx="28575" cy="266700"/>
          </a:xfrm>
          <a:prstGeom xmlns:a="http://schemas.openxmlformats.org/drawingml/2006/main" prst="rect">
            <a:avLst/>
          </a:prstGeom>
          <a:solidFill xmlns:a="http://schemas.openxmlformats.org/drawingml/2006/main">
            <a:srgbClr val="C3B0F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BE4363F-0C4E-4E57-B1A7-80EA683F9005}"/>
              </a:ext>
            </a:extLst>
          </p:cNvPr>
          <p:cNvSpPr>
            <a:spLocks xmlns:a="http://schemas.openxmlformats.org/drawingml/2006/main" noGrp="1"/>
          </p:cNvSpPr>
          <p:nvPr/>
        </p:nvSpPr>
        <p:spPr>
          <a:xfrm xmlns:a="http://schemas.openxmlformats.org/drawingml/2006/main">
            <a:off x="5505450" y="4438650"/>
            <a:ext cx="2085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C3B0F4"/>
                </a:solidFill>
                <a:latin typeface="Arial"/>
                <a:ea typeface="Arial"/>
                <a:cs typeface="Arial"/>
              </a:defRPr>
            </a:defPPr>
            <a:lvl1pPr>
              <a:defRPr sz="1650" b="0">
                <a:solidFill>
                  <a:srgbClr val="C3B0F4"/>
                </a:solidFill>
                <a:latin typeface="Arial"/>
                <a:ea typeface="Arial"/>
                <a:cs typeface="Arial"/>
              </a:defRPr>
            </a:lvl1pPr>
            <a:lvl2pPr>
              <a:defRPr sz="1650" b="0">
                <a:solidFill>
                  <a:srgbClr val="C3B0F4"/>
                </a:solidFill>
                <a:latin typeface="Arial"/>
                <a:ea typeface="Arial"/>
                <a:cs typeface="Arial"/>
              </a:defRPr>
            </a:lvl2pPr>
            <a:lvl3pPr>
              <a:defRPr sz="1650" b="0">
                <a:solidFill>
                  <a:srgbClr val="C3B0F4"/>
                </a:solidFill>
                <a:latin typeface="Arial"/>
                <a:ea typeface="Arial"/>
                <a:cs typeface="Arial"/>
              </a:defRPr>
            </a:lvl3pPr>
            <a:lvl4pPr>
              <a:defRPr sz="1650" b="0">
                <a:solidFill>
                  <a:srgbClr val="C3B0F4"/>
                </a:solidFill>
                <a:latin typeface="Arial"/>
                <a:ea typeface="Arial"/>
                <a:cs typeface="Arial"/>
              </a:defRPr>
            </a:lvl4pPr>
            <a:lvl5pPr>
              <a:defRPr sz="1650" b="0">
                <a:solidFill>
                  <a:srgbClr val="C3B0F4"/>
                </a:solidFill>
                <a:latin typeface="Arial"/>
                <a:ea typeface="Arial"/>
                <a:cs typeface="Arial"/>
              </a:defRPr>
            </a:lvl5pPr>
            <a:lvl6pPr>
              <a:defRPr sz="1650" b="0">
                <a:solidFill>
                  <a:srgbClr val="C3B0F4"/>
                </a:solidFill>
                <a:latin typeface="Arial"/>
                <a:ea typeface="Arial"/>
                <a:cs typeface="Arial"/>
              </a:defRPr>
            </a:lvl6pPr>
            <a:lvl7pPr>
              <a:defRPr sz="1650" b="0">
                <a:solidFill>
                  <a:srgbClr val="C3B0F4"/>
                </a:solidFill>
                <a:latin typeface="Arial"/>
                <a:ea typeface="Arial"/>
                <a:cs typeface="Arial"/>
              </a:defRPr>
            </a:lvl7pPr>
            <a:lvl8pPr>
              <a:defRPr sz="1650" b="0">
                <a:solidFill>
                  <a:srgbClr val="C3B0F4"/>
                </a:solidFill>
                <a:latin typeface="Arial"/>
                <a:ea typeface="Arial"/>
                <a:cs typeface="Arial"/>
              </a:defRPr>
            </a:lvl8pPr>
            <a:lvl9pPr>
              <a:defRPr sz="1650" b="0">
                <a:solidFill>
                  <a:srgbClr val="C3B0F4"/>
                </a:solidFill>
                <a:latin typeface="Arial"/>
                <a:ea typeface="Arial"/>
                <a:cs typeface="Arial"/>
              </a:defRPr>
            </a:lvl9pPr>
          </a:lstStyle>
          <a:p xmlns:a="http://schemas.openxmlformats.org/drawingml/2006/main">
            <a:pPr>
              <a:defRPr sz="1650" b="0">
                <a:solidFill>
                  <a:srgbClr val="C3B0F4"/>
                </a:solidFill>
                <a:latin typeface="Arial"/>
                <a:ea typeface="Arial"/>
                <a:cs typeface="Arial"/>
              </a:defRPr>
            </a:pPr>
            <a:r>
              <a:rPr sz="1650" b="0">
                <a:solidFill>
                  <a:srgbClr val="C3B0F4"/>
                </a:solidFill>
                <a:latin typeface="Arial"/>
                <a:ea typeface="Arial"/>
                <a:cs typeface="Arial"/>
              </a:rPr>
              <a:t>Казино ережелері</a:t>
            </a:r>
          </a:p>
        </p:txBody>
      </p:sp>
      <p:sp>
        <p:nvSpPr>
          <p:cNvPr id="26" name="">
            <a:extLst xmlns:a="http://schemas.openxmlformats.org/drawingml/2006/main">
              <a:ext uri="{FF2B5EF4-FFF2-40B4-BE49-F238E27FC236}">
                <a16:creationId xmlns:a16="http://schemas.microsoft.com/office/drawing/2014/main" id="{2DB692DB-A7F6-4D89-BC86-AD96BE90AE72}"/>
              </a:ext>
            </a:extLst>
          </p:cNvPr>
          <p:cNvSpPr>
            <a:spLocks xmlns:a="http://schemas.openxmlformats.org/drawingml/2006/main" noGrp="1"/>
          </p:cNvSpPr>
          <p:nvPr/>
        </p:nvSpPr>
        <p:spPr>
          <a:xfrm xmlns:a="http://schemas.openxmlformats.org/drawingml/2006/main">
            <a:off x="5372100" y="4810125"/>
            <a:ext cx="28575" cy="266700"/>
          </a:xfrm>
          <a:prstGeom xmlns:a="http://schemas.openxmlformats.org/drawingml/2006/main" prst="rect">
            <a:avLst/>
          </a:prstGeom>
          <a:solidFill xmlns:a="http://schemas.openxmlformats.org/drawingml/2006/main">
            <a:srgbClr val="D8C3A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9C45025-6063-434A-906F-6E3E6A0F009E}"/>
              </a:ext>
            </a:extLst>
          </p:cNvPr>
          <p:cNvSpPr>
            <a:spLocks xmlns:a="http://schemas.openxmlformats.org/drawingml/2006/main" noGrp="1"/>
          </p:cNvSpPr>
          <p:nvPr/>
        </p:nvSpPr>
        <p:spPr>
          <a:xfrm xmlns:a="http://schemas.openxmlformats.org/drawingml/2006/main">
            <a:off x="5505450" y="4772025"/>
            <a:ext cx="2085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D8C3A1"/>
                </a:solidFill>
                <a:latin typeface="Arial"/>
                <a:ea typeface="Arial"/>
                <a:cs typeface="Arial"/>
              </a:defRPr>
            </a:defPPr>
            <a:lvl1pPr>
              <a:defRPr sz="1650" b="0">
                <a:solidFill>
                  <a:srgbClr val="D8C3A1"/>
                </a:solidFill>
                <a:latin typeface="Arial"/>
                <a:ea typeface="Arial"/>
                <a:cs typeface="Arial"/>
              </a:defRPr>
            </a:lvl1pPr>
            <a:lvl2pPr>
              <a:defRPr sz="1650" b="0">
                <a:solidFill>
                  <a:srgbClr val="D8C3A1"/>
                </a:solidFill>
                <a:latin typeface="Arial"/>
                <a:ea typeface="Arial"/>
                <a:cs typeface="Arial"/>
              </a:defRPr>
            </a:lvl2pPr>
            <a:lvl3pPr>
              <a:defRPr sz="1650" b="0">
                <a:solidFill>
                  <a:srgbClr val="D8C3A1"/>
                </a:solidFill>
                <a:latin typeface="Arial"/>
                <a:ea typeface="Arial"/>
                <a:cs typeface="Arial"/>
              </a:defRPr>
            </a:lvl3pPr>
            <a:lvl4pPr>
              <a:defRPr sz="1650" b="0">
                <a:solidFill>
                  <a:srgbClr val="D8C3A1"/>
                </a:solidFill>
                <a:latin typeface="Arial"/>
                <a:ea typeface="Arial"/>
                <a:cs typeface="Arial"/>
              </a:defRPr>
            </a:lvl4pPr>
            <a:lvl5pPr>
              <a:defRPr sz="1650" b="0">
                <a:solidFill>
                  <a:srgbClr val="D8C3A1"/>
                </a:solidFill>
                <a:latin typeface="Arial"/>
                <a:ea typeface="Arial"/>
                <a:cs typeface="Arial"/>
              </a:defRPr>
            </a:lvl5pPr>
            <a:lvl6pPr>
              <a:defRPr sz="1650" b="0">
                <a:solidFill>
                  <a:srgbClr val="D8C3A1"/>
                </a:solidFill>
                <a:latin typeface="Arial"/>
                <a:ea typeface="Arial"/>
                <a:cs typeface="Arial"/>
              </a:defRPr>
            </a:lvl6pPr>
            <a:lvl7pPr>
              <a:defRPr sz="1650" b="0">
                <a:solidFill>
                  <a:srgbClr val="D8C3A1"/>
                </a:solidFill>
                <a:latin typeface="Arial"/>
                <a:ea typeface="Arial"/>
                <a:cs typeface="Arial"/>
              </a:defRPr>
            </a:lvl7pPr>
            <a:lvl8pPr>
              <a:defRPr sz="1650" b="0">
                <a:solidFill>
                  <a:srgbClr val="D8C3A1"/>
                </a:solidFill>
                <a:latin typeface="Arial"/>
                <a:ea typeface="Arial"/>
                <a:cs typeface="Arial"/>
              </a:defRPr>
            </a:lvl8pPr>
            <a:lvl9pPr>
              <a:defRPr sz="1650" b="0">
                <a:solidFill>
                  <a:srgbClr val="D8C3A1"/>
                </a:solidFill>
                <a:latin typeface="Arial"/>
                <a:ea typeface="Arial"/>
                <a:cs typeface="Arial"/>
              </a:defRPr>
            </a:lvl9pPr>
          </a:lstStyle>
          <a:p xmlns:a="http://schemas.openxmlformats.org/drawingml/2006/main">
            <a:pPr>
              <a:defRPr sz="1650" b="0">
                <a:solidFill>
                  <a:srgbClr val="D8C3A1"/>
                </a:solidFill>
                <a:latin typeface="Arial"/>
                <a:ea typeface="Arial"/>
                <a:cs typeface="Arial"/>
              </a:defRPr>
            </a:pPr>
            <a:r>
              <a:rPr sz="1650" b="0">
                <a:solidFill>
                  <a:srgbClr val="D8C3A1"/>
                </a:solidFill>
                <a:latin typeface="Arial"/>
                <a:ea typeface="Arial"/>
                <a:cs typeface="Arial"/>
              </a:rPr>
              <a:t>Пирамида</a:t>
            </a:r>
          </a:p>
        </p:txBody>
      </p:sp>
      <p:sp>
        <p:nvSpPr>
          <p:cNvPr id="28" name="">
            <a:extLst xmlns:a="http://schemas.openxmlformats.org/drawingml/2006/main">
              <a:ext uri="{FF2B5EF4-FFF2-40B4-BE49-F238E27FC236}">
                <a16:creationId xmlns:a16="http://schemas.microsoft.com/office/drawing/2014/main" id="{3F92DC53-BC8D-41AF-A42C-27213BC33D00}"/>
              </a:ext>
            </a:extLst>
          </p:cNvPr>
          <p:cNvSpPr>
            <a:spLocks xmlns:a="http://schemas.openxmlformats.org/drawingml/2006/main" noGrp="1"/>
          </p:cNvSpPr>
          <p:nvPr/>
        </p:nvSpPr>
        <p:spPr>
          <a:xfrm xmlns:a="http://schemas.openxmlformats.org/drawingml/2006/main">
            <a:off x="8172450" y="3162300"/>
            <a:ext cx="1400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F0F5F5"/>
                </a:solidFill>
                <a:latin typeface="Arial"/>
                <a:ea typeface="Arial"/>
                <a:cs typeface="Arial"/>
              </a:defRPr>
            </a:defPPr>
            <a:lvl1pPr>
              <a:defRPr sz="2100" b="1">
                <a:solidFill>
                  <a:srgbClr val="F0F5F5"/>
                </a:solidFill>
                <a:latin typeface="Arial"/>
                <a:ea typeface="Arial"/>
                <a:cs typeface="Arial"/>
              </a:defRPr>
            </a:lvl1pPr>
            <a:lvl2pPr>
              <a:defRPr sz="2100" b="1">
                <a:solidFill>
                  <a:srgbClr val="F0F5F5"/>
                </a:solidFill>
                <a:latin typeface="Arial"/>
                <a:ea typeface="Arial"/>
                <a:cs typeface="Arial"/>
              </a:defRPr>
            </a:lvl2pPr>
            <a:lvl3pPr>
              <a:defRPr sz="2100" b="1">
                <a:solidFill>
                  <a:srgbClr val="F0F5F5"/>
                </a:solidFill>
                <a:latin typeface="Arial"/>
                <a:ea typeface="Arial"/>
                <a:cs typeface="Arial"/>
              </a:defRPr>
            </a:lvl3pPr>
            <a:lvl4pPr>
              <a:defRPr sz="2100" b="1">
                <a:solidFill>
                  <a:srgbClr val="F0F5F5"/>
                </a:solidFill>
                <a:latin typeface="Arial"/>
                <a:ea typeface="Arial"/>
                <a:cs typeface="Arial"/>
              </a:defRPr>
            </a:lvl4pPr>
            <a:lvl5pPr>
              <a:defRPr sz="2100" b="1">
                <a:solidFill>
                  <a:srgbClr val="F0F5F5"/>
                </a:solidFill>
                <a:latin typeface="Arial"/>
                <a:ea typeface="Arial"/>
                <a:cs typeface="Arial"/>
              </a:defRPr>
            </a:lvl5pPr>
            <a:lvl6pPr>
              <a:defRPr sz="2100" b="1">
                <a:solidFill>
                  <a:srgbClr val="F0F5F5"/>
                </a:solidFill>
                <a:latin typeface="Arial"/>
                <a:ea typeface="Arial"/>
                <a:cs typeface="Arial"/>
              </a:defRPr>
            </a:lvl6pPr>
            <a:lvl7pPr>
              <a:defRPr sz="2100" b="1">
                <a:solidFill>
                  <a:srgbClr val="F0F5F5"/>
                </a:solidFill>
                <a:latin typeface="Arial"/>
                <a:ea typeface="Arial"/>
                <a:cs typeface="Arial"/>
              </a:defRPr>
            </a:lvl7pPr>
            <a:lvl8pPr>
              <a:defRPr sz="2100" b="1">
                <a:solidFill>
                  <a:srgbClr val="F0F5F5"/>
                </a:solidFill>
                <a:latin typeface="Arial"/>
                <a:ea typeface="Arial"/>
                <a:cs typeface="Arial"/>
              </a:defRPr>
            </a:lvl8pPr>
            <a:lvl9pPr>
              <a:defRPr sz="2100" b="1">
                <a:solidFill>
                  <a:srgbClr val="F0F5F5"/>
                </a:solidFill>
                <a:latin typeface="Arial"/>
                <a:ea typeface="Arial"/>
                <a:cs typeface="Arial"/>
              </a:defRPr>
            </a:lvl9pPr>
          </a:lstStyle>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Тәуекел</a:t>
            </a:r>
          </a:p>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бағасы</a:t>
            </a:r>
          </a:p>
        </p:txBody>
      </p:sp>
      <p:sp>
        <p:nvSpPr>
          <p:cNvPr id="29" name="">
            <a:extLst xmlns:a="http://schemas.openxmlformats.org/drawingml/2006/main">
              <a:ext uri="{FF2B5EF4-FFF2-40B4-BE49-F238E27FC236}">
                <a16:creationId xmlns:a16="http://schemas.microsoft.com/office/drawing/2014/main" id="{53809455-6233-449D-8396-DA70FFF6E627}"/>
              </a:ext>
            </a:extLst>
          </p:cNvPr>
          <p:cNvSpPr>
            <a:spLocks xmlns:a="http://schemas.openxmlformats.org/drawingml/2006/main" noGrp="1"/>
          </p:cNvSpPr>
          <p:nvPr/>
        </p:nvSpPr>
        <p:spPr>
          <a:xfrm xmlns:a="http://schemas.openxmlformats.org/drawingml/2006/main">
            <a:off x="8172450" y="4162425"/>
            <a:ext cx="1390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ADBDC7"/>
                </a:solidFill>
                <a:latin typeface="Arial"/>
                <a:ea typeface="Arial"/>
                <a:cs typeface="Arial"/>
              </a:defRPr>
            </a:defPPr>
            <a:lvl1pPr>
              <a:defRPr sz="1650" b="0">
                <a:solidFill>
                  <a:srgbClr val="ADBDC7"/>
                </a:solidFill>
                <a:latin typeface="Arial"/>
                <a:ea typeface="Arial"/>
                <a:cs typeface="Arial"/>
              </a:defRPr>
            </a:lvl1pPr>
            <a:lvl2pPr>
              <a:defRPr sz="1650" b="0">
                <a:solidFill>
                  <a:srgbClr val="ADBDC7"/>
                </a:solidFill>
                <a:latin typeface="Arial"/>
                <a:ea typeface="Arial"/>
                <a:cs typeface="Arial"/>
              </a:defRPr>
            </a:lvl2pPr>
            <a:lvl3pPr>
              <a:defRPr sz="1650" b="0">
                <a:solidFill>
                  <a:srgbClr val="ADBDC7"/>
                </a:solidFill>
                <a:latin typeface="Arial"/>
                <a:ea typeface="Arial"/>
                <a:cs typeface="Arial"/>
              </a:defRPr>
            </a:lvl3pPr>
            <a:lvl4pPr>
              <a:defRPr sz="1650" b="0">
                <a:solidFill>
                  <a:srgbClr val="ADBDC7"/>
                </a:solidFill>
                <a:latin typeface="Arial"/>
                <a:ea typeface="Arial"/>
                <a:cs typeface="Arial"/>
              </a:defRPr>
            </a:lvl4pPr>
            <a:lvl5pPr>
              <a:defRPr sz="1650" b="0">
                <a:solidFill>
                  <a:srgbClr val="ADBDC7"/>
                </a:solidFill>
                <a:latin typeface="Arial"/>
                <a:ea typeface="Arial"/>
                <a:cs typeface="Arial"/>
              </a:defRPr>
            </a:lvl5pPr>
            <a:lvl6pPr>
              <a:defRPr sz="1650" b="0">
                <a:solidFill>
                  <a:srgbClr val="ADBDC7"/>
                </a:solidFill>
                <a:latin typeface="Arial"/>
                <a:ea typeface="Arial"/>
                <a:cs typeface="Arial"/>
              </a:defRPr>
            </a:lvl6pPr>
            <a:lvl7pPr>
              <a:defRPr sz="1650" b="0">
                <a:solidFill>
                  <a:srgbClr val="ADBDC7"/>
                </a:solidFill>
                <a:latin typeface="Arial"/>
                <a:ea typeface="Arial"/>
                <a:cs typeface="Arial"/>
              </a:defRPr>
            </a:lvl7pPr>
            <a:lvl8pPr>
              <a:defRPr sz="1650" b="0">
                <a:solidFill>
                  <a:srgbClr val="ADBDC7"/>
                </a:solidFill>
                <a:latin typeface="Arial"/>
                <a:ea typeface="Arial"/>
                <a:cs typeface="Arial"/>
              </a:defRPr>
            </a:lvl8pPr>
            <a:lvl9pPr>
              <a:defRPr sz="1650" b="0">
                <a:solidFill>
                  <a:srgbClr val="ADBDC7"/>
                </a:solidFill>
                <a:latin typeface="Arial"/>
                <a:ea typeface="Arial"/>
                <a:cs typeface="Arial"/>
              </a:defRPr>
            </a:lvl9pPr>
          </a:lstStyle>
          <a:p xmlns:a="http://schemas.openxmlformats.org/drawingml/2006/main">
            <a:pPr>
              <a:defRPr sz="1650" b="0">
                <a:solidFill>
                  <a:srgbClr val="ADBDC7"/>
                </a:solidFill>
                <a:latin typeface="Arial"/>
                <a:ea typeface="Arial"/>
                <a:cs typeface="Arial"/>
              </a:defRPr>
            </a:pPr>
            <a:r>
              <a:rPr sz="1650" b="0">
                <a:solidFill>
                  <a:srgbClr val="ADBDC7"/>
                </a:solidFill>
                <a:latin typeface="Arial"/>
                <a:ea typeface="Arial"/>
                <a:cs typeface="Arial"/>
              </a:rPr>
              <a:t>Ережелер</a:t>
            </a:r>
          </a:p>
          <a:p xmlns:a="http://schemas.openxmlformats.org/drawingml/2006/main">
            <a:pPr>
              <a:defRPr sz="1650" b="0">
                <a:solidFill>
                  <a:srgbClr val="ADBDC7"/>
                </a:solidFill>
                <a:latin typeface="Arial"/>
                <a:ea typeface="Arial"/>
                <a:cs typeface="Arial"/>
              </a:defRPr>
            </a:pPr>
            <a:r>
              <a:rPr sz="1650" b="0">
                <a:solidFill>
                  <a:srgbClr val="ADBDC7"/>
                </a:solidFill>
                <a:latin typeface="Arial"/>
                <a:ea typeface="Arial"/>
                <a:cs typeface="Arial"/>
              </a:rPr>
              <a:t>салмағы</a:t>
            </a:r>
          </a:p>
          <a:p xmlns:a="http://schemas.openxmlformats.org/drawingml/2006/main">
            <a:pPr>
              <a:defRPr sz="1650" b="0">
                <a:solidFill>
                  <a:srgbClr val="ADBDC7"/>
                </a:solidFill>
                <a:latin typeface="Arial"/>
                <a:ea typeface="Arial"/>
                <a:cs typeface="Arial"/>
              </a:defRPr>
            </a:pPr>
            <a:r>
              <a:rPr sz="1650" b="0">
                <a:solidFill>
                  <a:srgbClr val="ADBDC7"/>
                </a:solidFill>
                <a:latin typeface="Arial"/>
                <a:ea typeface="Arial"/>
                <a:cs typeface="Arial"/>
              </a:rPr>
              <a:t>0–100 балл</a:t>
            </a:r>
          </a:p>
        </p:txBody>
      </p:sp>
      <p:sp>
        <p:nvSpPr>
          <p:cNvPr id="30" name="">
            <a:extLst xmlns:a="http://schemas.openxmlformats.org/drawingml/2006/main">
              <a:ext uri="{FF2B5EF4-FFF2-40B4-BE49-F238E27FC236}">
                <a16:creationId xmlns:a16="http://schemas.microsoft.com/office/drawing/2014/main" id="{5897F82B-F206-4BA9-8084-EF215791BB4D}"/>
              </a:ext>
            </a:extLst>
          </p:cNvPr>
          <p:cNvSpPr>
            <a:spLocks xmlns:a="http://schemas.openxmlformats.org/drawingml/2006/main" noGrp="1"/>
          </p:cNvSpPr>
          <p:nvPr/>
        </p:nvSpPr>
        <p:spPr>
          <a:xfrm xmlns:a="http://schemas.openxmlformats.org/drawingml/2006/main">
            <a:off x="10077450" y="3162300"/>
            <a:ext cx="1466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F0F5F5"/>
                </a:solidFill>
                <a:latin typeface="Arial"/>
                <a:ea typeface="Arial"/>
                <a:cs typeface="Arial"/>
              </a:defRPr>
            </a:defPPr>
            <a:lvl1pPr>
              <a:defRPr sz="2100" b="1">
                <a:solidFill>
                  <a:srgbClr val="F0F5F5"/>
                </a:solidFill>
                <a:latin typeface="Arial"/>
                <a:ea typeface="Arial"/>
                <a:cs typeface="Arial"/>
              </a:defRPr>
            </a:lvl1pPr>
            <a:lvl2pPr>
              <a:defRPr sz="2100" b="1">
                <a:solidFill>
                  <a:srgbClr val="F0F5F5"/>
                </a:solidFill>
                <a:latin typeface="Arial"/>
                <a:ea typeface="Arial"/>
                <a:cs typeface="Arial"/>
              </a:defRPr>
            </a:lvl2pPr>
            <a:lvl3pPr>
              <a:defRPr sz="2100" b="1">
                <a:solidFill>
                  <a:srgbClr val="F0F5F5"/>
                </a:solidFill>
                <a:latin typeface="Arial"/>
                <a:ea typeface="Arial"/>
                <a:cs typeface="Arial"/>
              </a:defRPr>
            </a:lvl3pPr>
            <a:lvl4pPr>
              <a:defRPr sz="2100" b="1">
                <a:solidFill>
                  <a:srgbClr val="F0F5F5"/>
                </a:solidFill>
                <a:latin typeface="Arial"/>
                <a:ea typeface="Arial"/>
                <a:cs typeface="Arial"/>
              </a:defRPr>
            </a:lvl4pPr>
            <a:lvl5pPr>
              <a:defRPr sz="2100" b="1">
                <a:solidFill>
                  <a:srgbClr val="F0F5F5"/>
                </a:solidFill>
                <a:latin typeface="Arial"/>
                <a:ea typeface="Arial"/>
                <a:cs typeface="Arial"/>
              </a:defRPr>
            </a:lvl5pPr>
            <a:lvl6pPr>
              <a:defRPr sz="2100" b="1">
                <a:solidFill>
                  <a:srgbClr val="F0F5F5"/>
                </a:solidFill>
                <a:latin typeface="Arial"/>
                <a:ea typeface="Arial"/>
                <a:cs typeface="Arial"/>
              </a:defRPr>
            </a:lvl6pPr>
            <a:lvl7pPr>
              <a:defRPr sz="2100" b="1">
                <a:solidFill>
                  <a:srgbClr val="F0F5F5"/>
                </a:solidFill>
                <a:latin typeface="Arial"/>
                <a:ea typeface="Arial"/>
                <a:cs typeface="Arial"/>
              </a:defRPr>
            </a:lvl7pPr>
            <a:lvl8pPr>
              <a:defRPr sz="2100" b="1">
                <a:solidFill>
                  <a:srgbClr val="F0F5F5"/>
                </a:solidFill>
                <a:latin typeface="Arial"/>
                <a:ea typeface="Arial"/>
                <a:cs typeface="Arial"/>
              </a:defRPr>
            </a:lvl8pPr>
            <a:lvl9pPr>
              <a:defRPr sz="2100" b="1">
                <a:solidFill>
                  <a:srgbClr val="F0F5F5"/>
                </a:solidFill>
                <a:latin typeface="Arial"/>
                <a:ea typeface="Arial"/>
                <a:cs typeface="Arial"/>
              </a:defRPr>
            </a:lvl9pPr>
          </a:lstStyle>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Аналитик</a:t>
            </a:r>
          </a:p>
          <a:p xmlns:a="http://schemas.openxmlformats.org/drawingml/2006/main">
            <a:pPr>
              <a:defRPr sz="2100" b="1">
                <a:solidFill>
                  <a:srgbClr val="F0F5F5"/>
                </a:solidFill>
                <a:latin typeface="Arial"/>
                <a:ea typeface="Arial"/>
                <a:cs typeface="Arial"/>
              </a:defRPr>
            </a:pPr>
            <a:r>
              <a:rPr sz="2100" b="1">
                <a:solidFill>
                  <a:srgbClr val="F0F5F5"/>
                </a:solidFill>
                <a:latin typeface="Arial"/>
                <a:ea typeface="Arial"/>
                <a:cs typeface="Arial"/>
              </a:rPr>
              <a:t>есебі</a:t>
            </a:r>
          </a:p>
        </p:txBody>
      </p:sp>
      <p:sp>
        <p:nvSpPr>
          <p:cNvPr id="31" name="">
            <a:extLst xmlns:a="http://schemas.openxmlformats.org/drawingml/2006/main">
              <a:ext uri="{FF2B5EF4-FFF2-40B4-BE49-F238E27FC236}">
                <a16:creationId xmlns:a16="http://schemas.microsoft.com/office/drawing/2014/main" id="{7AC5D368-F76B-4AEE-BB9F-BFF4828B590B}"/>
              </a:ext>
            </a:extLst>
          </p:cNvPr>
          <p:cNvSpPr>
            <a:spLocks xmlns:a="http://schemas.openxmlformats.org/drawingml/2006/main" noGrp="1"/>
          </p:cNvSpPr>
          <p:nvPr/>
        </p:nvSpPr>
        <p:spPr>
          <a:xfrm xmlns:a="http://schemas.openxmlformats.org/drawingml/2006/main">
            <a:off x="10077450" y="4162425"/>
            <a:ext cx="1466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ADBDC7"/>
                </a:solidFill>
                <a:latin typeface="Arial"/>
                <a:ea typeface="Arial"/>
                <a:cs typeface="Arial"/>
              </a:defRPr>
            </a:defPPr>
            <a:lvl1pPr>
              <a:defRPr sz="1650" b="0">
                <a:solidFill>
                  <a:srgbClr val="ADBDC7"/>
                </a:solidFill>
                <a:latin typeface="Arial"/>
                <a:ea typeface="Arial"/>
                <a:cs typeface="Arial"/>
              </a:defRPr>
            </a:lvl1pPr>
            <a:lvl2pPr>
              <a:defRPr sz="1650" b="0">
                <a:solidFill>
                  <a:srgbClr val="ADBDC7"/>
                </a:solidFill>
                <a:latin typeface="Arial"/>
                <a:ea typeface="Arial"/>
                <a:cs typeface="Arial"/>
              </a:defRPr>
            </a:lvl2pPr>
            <a:lvl3pPr>
              <a:defRPr sz="1650" b="0">
                <a:solidFill>
                  <a:srgbClr val="ADBDC7"/>
                </a:solidFill>
                <a:latin typeface="Arial"/>
                <a:ea typeface="Arial"/>
                <a:cs typeface="Arial"/>
              </a:defRPr>
            </a:lvl3pPr>
            <a:lvl4pPr>
              <a:defRPr sz="1650" b="0">
                <a:solidFill>
                  <a:srgbClr val="ADBDC7"/>
                </a:solidFill>
                <a:latin typeface="Arial"/>
                <a:ea typeface="Arial"/>
                <a:cs typeface="Arial"/>
              </a:defRPr>
            </a:lvl4pPr>
            <a:lvl5pPr>
              <a:defRPr sz="1650" b="0">
                <a:solidFill>
                  <a:srgbClr val="ADBDC7"/>
                </a:solidFill>
                <a:latin typeface="Arial"/>
                <a:ea typeface="Arial"/>
                <a:cs typeface="Arial"/>
              </a:defRPr>
            </a:lvl5pPr>
            <a:lvl6pPr>
              <a:defRPr sz="1650" b="0">
                <a:solidFill>
                  <a:srgbClr val="ADBDC7"/>
                </a:solidFill>
                <a:latin typeface="Arial"/>
                <a:ea typeface="Arial"/>
                <a:cs typeface="Arial"/>
              </a:defRPr>
            </a:lvl6pPr>
            <a:lvl7pPr>
              <a:defRPr sz="1650" b="0">
                <a:solidFill>
                  <a:srgbClr val="ADBDC7"/>
                </a:solidFill>
                <a:latin typeface="Arial"/>
                <a:ea typeface="Arial"/>
                <a:cs typeface="Arial"/>
              </a:defRPr>
            </a:lvl7pPr>
            <a:lvl8pPr>
              <a:defRPr sz="1650" b="0">
                <a:solidFill>
                  <a:srgbClr val="ADBDC7"/>
                </a:solidFill>
                <a:latin typeface="Arial"/>
                <a:ea typeface="Arial"/>
                <a:cs typeface="Arial"/>
              </a:defRPr>
            </a:lvl8pPr>
            <a:lvl9pPr>
              <a:defRPr sz="1650" b="0">
                <a:solidFill>
                  <a:srgbClr val="ADBDC7"/>
                </a:solidFill>
                <a:latin typeface="Arial"/>
                <a:ea typeface="Arial"/>
                <a:cs typeface="Arial"/>
              </a:defRPr>
            </a:lvl9pPr>
          </a:lstStyle>
          <a:p xmlns:a="http://schemas.openxmlformats.org/drawingml/2006/main">
            <a:pPr>
              <a:defRPr sz="1650" b="0">
                <a:solidFill>
                  <a:srgbClr val="ADBDC7"/>
                </a:solidFill>
                <a:latin typeface="Arial"/>
                <a:ea typeface="Arial"/>
                <a:cs typeface="Arial"/>
              </a:defRPr>
            </a:pPr>
            <a:r>
              <a:rPr sz="1650" b="0">
                <a:solidFill>
                  <a:srgbClr val="ADBDC7"/>
                </a:solidFill>
                <a:latin typeface="Arial"/>
                <a:ea typeface="Arial"/>
                <a:cs typeface="Arial"/>
              </a:rPr>
              <a:t>Себептер</a:t>
            </a:r>
          </a:p>
          <a:p xmlns:a="http://schemas.openxmlformats.org/drawingml/2006/main">
            <a:pPr>
              <a:defRPr sz="1650" b="0">
                <a:solidFill>
                  <a:srgbClr val="ADBDC7"/>
                </a:solidFill>
                <a:latin typeface="Arial"/>
                <a:ea typeface="Arial"/>
                <a:cs typeface="Arial"/>
              </a:defRPr>
            </a:pPr>
            <a:r>
              <a:rPr sz="1650" b="0">
                <a:solidFill>
                  <a:srgbClr val="ADBDC7"/>
                </a:solidFill>
                <a:latin typeface="Arial"/>
                <a:ea typeface="Arial"/>
                <a:cs typeface="Arial"/>
              </a:rPr>
              <a:t>Үзінділер</a:t>
            </a:r>
          </a:p>
          <a:p xmlns:a="http://schemas.openxmlformats.org/drawingml/2006/main">
            <a:pPr>
              <a:defRPr sz="1650" b="0">
                <a:solidFill>
                  <a:srgbClr val="ADBDC7"/>
                </a:solidFill>
                <a:latin typeface="Arial"/>
                <a:ea typeface="Arial"/>
                <a:cs typeface="Arial"/>
              </a:defRPr>
            </a:pPr>
            <a:r>
              <a:rPr sz="1650" b="0">
                <a:solidFill>
                  <a:srgbClr val="ADBDC7"/>
                </a:solidFill>
                <a:latin typeface="Arial"/>
                <a:ea typeface="Arial"/>
                <a:cs typeface="Arial"/>
              </a:rPr>
              <a:t>Тексеру кезегі</a:t>
            </a:r>
          </a:p>
        </p:txBody>
      </p:sp>
      <p:sp>
        <p:nvSpPr>
          <p:cNvPr id="32" name="">
            <a:extLst xmlns:a="http://schemas.openxmlformats.org/drawingml/2006/main">
              <a:ext uri="{FF2B5EF4-FFF2-40B4-BE49-F238E27FC236}">
                <a16:creationId xmlns:a16="http://schemas.microsoft.com/office/drawing/2014/main" id="{EAA28D6B-1883-4403-94AD-34D248764C2C}"/>
              </a:ext>
            </a:extLst>
          </p:cNvPr>
          <p:cNvSpPr>
            <a:spLocks xmlns:a="http://schemas.openxmlformats.org/drawingml/2006/main" noGrp="1"/>
          </p:cNvSpPr>
          <p:nvPr/>
        </p:nvSpPr>
        <p:spPr>
          <a:xfrm xmlns:a="http://schemas.openxmlformats.org/drawingml/2006/main">
            <a:off x="533400" y="554355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Python</a:t>
            </a:r>
          </a:p>
        </p:txBody>
      </p:sp>
      <p:sp>
        <p:nvSpPr>
          <p:cNvPr id="33" name="">
            <a:extLst xmlns:a="http://schemas.openxmlformats.org/drawingml/2006/main">
              <a:ext uri="{FF2B5EF4-FFF2-40B4-BE49-F238E27FC236}">
                <a16:creationId xmlns:a16="http://schemas.microsoft.com/office/drawing/2014/main" id="{593E96F5-B5AB-43DC-95EC-A41315F248A9}"/>
              </a:ext>
            </a:extLst>
          </p:cNvPr>
          <p:cNvSpPr>
            <a:spLocks xmlns:a="http://schemas.openxmlformats.org/drawingml/2006/main" noGrp="1"/>
          </p:cNvSpPr>
          <p:nvPr/>
        </p:nvSpPr>
        <p:spPr>
          <a:xfrm xmlns:a="http://schemas.openxmlformats.org/drawingml/2006/main">
            <a:off x="2743200" y="55435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Tesseract OCR</a:t>
            </a:r>
          </a:p>
        </p:txBody>
      </p:sp>
      <p:sp>
        <p:nvSpPr>
          <p:cNvPr id="34" name="">
            <a:extLst xmlns:a="http://schemas.openxmlformats.org/drawingml/2006/main">
              <a:ext uri="{FF2B5EF4-FFF2-40B4-BE49-F238E27FC236}">
                <a16:creationId xmlns:a16="http://schemas.microsoft.com/office/drawing/2014/main" id="{3060C529-6121-4379-8140-0FD97860E4A7}"/>
              </a:ext>
            </a:extLst>
          </p:cNvPr>
          <p:cNvSpPr>
            <a:spLocks xmlns:a="http://schemas.openxmlformats.org/drawingml/2006/main" noGrp="1"/>
          </p:cNvSpPr>
          <p:nvPr/>
        </p:nvSpPr>
        <p:spPr>
          <a:xfrm xmlns:a="http://schemas.openxmlformats.org/drawingml/2006/main">
            <a:off x="6086475" y="55435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FastAPI</a:t>
            </a:r>
          </a:p>
        </p:txBody>
      </p:sp>
      <p:sp>
        <p:nvSpPr>
          <p:cNvPr id="35" name="">
            <a:extLst xmlns:a="http://schemas.openxmlformats.org/drawingml/2006/main">
              <a:ext uri="{FF2B5EF4-FFF2-40B4-BE49-F238E27FC236}">
                <a16:creationId xmlns:a16="http://schemas.microsoft.com/office/drawing/2014/main" id="{709F67CD-5840-4F4E-837D-0D83002467D4}"/>
              </a:ext>
            </a:extLst>
          </p:cNvPr>
          <p:cNvSpPr>
            <a:spLocks xmlns:a="http://schemas.openxmlformats.org/drawingml/2006/main" noGrp="1"/>
          </p:cNvSpPr>
          <p:nvPr/>
        </p:nvSpPr>
        <p:spPr>
          <a:xfrm xmlns:a="http://schemas.openxmlformats.org/drawingml/2006/main">
            <a:off x="9886950" y="55435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SQLite</a:t>
            </a:r>
          </a:p>
        </p:txBody>
      </p:sp>
      <p:sp>
        <p:nvSpPr>
          <p:cNvPr id="36" name="">
            <a:extLst xmlns:a="http://schemas.openxmlformats.org/drawingml/2006/main">
              <a:ext uri="{FF2B5EF4-FFF2-40B4-BE49-F238E27FC236}">
                <a16:creationId xmlns:a16="http://schemas.microsoft.com/office/drawing/2014/main" id="{2BBEAB2E-F1FA-446D-A610-6EC7F30F57C6}"/>
              </a:ext>
            </a:extLst>
          </p:cNvPr>
          <p:cNvSpPr>
            <a:spLocks xmlns:a="http://schemas.openxmlformats.org/drawingml/2006/main" noGrp="1"/>
          </p:cNvSpPr>
          <p:nvPr/>
        </p:nvSpPr>
        <p:spPr>
          <a:xfrm xmlns:a="http://schemas.openxmlformats.org/drawingml/2006/main">
            <a:off x="533400" y="6057900"/>
            <a:ext cx="1112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B7AFD0D-284B-4F6C-908C-26A2BDC1E49E}"/>
              </a:ext>
            </a:extLst>
          </p:cNvPr>
          <p:cNvSpPr>
            <a:spLocks xmlns:a="http://schemas.openxmlformats.org/drawingml/2006/main" noGrp="1"/>
          </p:cNvSpPr>
          <p:nvPr/>
        </p:nvSpPr>
        <p:spPr>
          <a:xfrm xmlns:a="http://schemas.openxmlformats.org/drawingml/2006/main">
            <a:off x="533400" y="61912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ADBDC7"/>
                </a:solidFill>
                <a:latin typeface="Arial"/>
                <a:ea typeface="Arial"/>
                <a:cs typeface="Arial"/>
              </a:defRPr>
            </a:defPPr>
            <a:lvl1pPr>
              <a:defRPr sz="1725" b="0">
                <a:solidFill>
                  <a:srgbClr val="ADBDC7"/>
                </a:solidFill>
                <a:latin typeface="Arial"/>
                <a:ea typeface="Arial"/>
                <a:cs typeface="Arial"/>
              </a:defRPr>
            </a:lvl1pPr>
            <a:lvl2pPr>
              <a:defRPr sz="1725" b="0">
                <a:solidFill>
                  <a:srgbClr val="ADBDC7"/>
                </a:solidFill>
                <a:latin typeface="Arial"/>
                <a:ea typeface="Arial"/>
                <a:cs typeface="Arial"/>
              </a:defRPr>
            </a:lvl2pPr>
            <a:lvl3pPr>
              <a:defRPr sz="1725" b="0">
                <a:solidFill>
                  <a:srgbClr val="ADBDC7"/>
                </a:solidFill>
                <a:latin typeface="Arial"/>
                <a:ea typeface="Arial"/>
                <a:cs typeface="Arial"/>
              </a:defRPr>
            </a:lvl3pPr>
            <a:lvl4pPr>
              <a:defRPr sz="1725" b="0">
                <a:solidFill>
                  <a:srgbClr val="ADBDC7"/>
                </a:solidFill>
                <a:latin typeface="Arial"/>
                <a:ea typeface="Arial"/>
                <a:cs typeface="Arial"/>
              </a:defRPr>
            </a:lvl4pPr>
            <a:lvl5pPr>
              <a:defRPr sz="1725" b="0">
                <a:solidFill>
                  <a:srgbClr val="ADBDC7"/>
                </a:solidFill>
                <a:latin typeface="Arial"/>
                <a:ea typeface="Arial"/>
                <a:cs typeface="Arial"/>
              </a:defRPr>
            </a:lvl5pPr>
            <a:lvl6pPr>
              <a:defRPr sz="1725" b="0">
                <a:solidFill>
                  <a:srgbClr val="ADBDC7"/>
                </a:solidFill>
                <a:latin typeface="Arial"/>
                <a:ea typeface="Arial"/>
                <a:cs typeface="Arial"/>
              </a:defRPr>
            </a:lvl6pPr>
            <a:lvl7pPr>
              <a:defRPr sz="1725" b="0">
                <a:solidFill>
                  <a:srgbClr val="ADBDC7"/>
                </a:solidFill>
                <a:latin typeface="Arial"/>
                <a:ea typeface="Arial"/>
                <a:cs typeface="Arial"/>
              </a:defRPr>
            </a:lvl7pPr>
            <a:lvl8pPr>
              <a:defRPr sz="1725" b="0">
                <a:solidFill>
                  <a:srgbClr val="ADBDC7"/>
                </a:solidFill>
                <a:latin typeface="Arial"/>
                <a:ea typeface="Arial"/>
                <a:cs typeface="Arial"/>
              </a:defRPr>
            </a:lvl8pPr>
            <a:lvl9pPr>
              <a:defRPr sz="1725" b="0">
                <a:solidFill>
                  <a:srgbClr val="ADBDC7"/>
                </a:solidFill>
                <a:latin typeface="Arial"/>
                <a:ea typeface="Arial"/>
                <a:cs typeface="Arial"/>
              </a:defRPr>
            </a:lvl9pPr>
          </a:lstStyle>
          <a:p xmlns:a="http://schemas.openxmlformats.org/drawingml/2006/main">
            <a:pPr>
              <a:defRPr sz="1725" b="0">
                <a:solidFill>
                  <a:srgbClr val="ADBDC7"/>
                </a:solidFill>
                <a:latin typeface="Arial"/>
                <a:ea typeface="Arial"/>
                <a:cs typeface="Arial"/>
              </a:defRPr>
            </a:pPr>
            <a:r>
              <a:rPr sz="1725" b="0">
                <a:solidFill>
                  <a:srgbClr val="ADBDC7"/>
                </a:solidFill>
                <a:latin typeface="Arial"/>
                <a:ea typeface="Arial"/>
                <a:cs typeface="Arial"/>
              </a:rPr>
              <a:t>Кезек үш бағыттағы ең жоғары баллмен реттеледі. Балл — ықтималдық пайызы емес.</a:t>
            </a:r>
          </a:p>
        </p:txBody>
      </p:sp>
      <p:sp>
        <p:nvSpPr>
          <p:cNvPr id="38" name="">
            <a:extLst xmlns:a="http://schemas.openxmlformats.org/drawingml/2006/main">
              <a:ext uri="{FF2B5EF4-FFF2-40B4-BE49-F238E27FC236}">
                <a16:creationId xmlns:a16="http://schemas.microsoft.com/office/drawing/2014/main" id="{5D09D200-8520-4D35-93FD-4F676D063264}"/>
              </a:ext>
            </a:extLst>
          </p:cNvPr>
          <p:cNvSpPr>
            <a:spLocks xmlns:a="http://schemas.openxmlformats.org/drawingml/2006/main" noGrp="1"/>
          </p:cNvSpPr>
          <p:nvPr/>
        </p:nvSpPr>
        <p:spPr>
          <a:xfrm xmlns:a="http://schemas.openxmlformats.org/drawingml/2006/main">
            <a:off x="2514600" y="3810000"/>
            <a:ext cx="190500" cy="114300"/>
          </a:xfrm>
          <a:prstGeom xmlns:a="http://schemas.openxmlformats.org/drawingml/2006/main" prst="rightArrow">
            <a:avLst/>
          </a:prstGeom>
          <a:solidFill xmlns:a="http://schemas.openxmlformats.org/drawingml/2006/main">
            <a:srgbClr val="ADBDC7"/>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B5D00E4-180F-4780-B1BA-88B0C4BA1BC7}"/>
              </a:ext>
            </a:extLst>
          </p:cNvPr>
          <p:cNvSpPr>
            <a:spLocks xmlns:a="http://schemas.openxmlformats.org/drawingml/2006/main" noGrp="1"/>
          </p:cNvSpPr>
          <p:nvPr/>
        </p:nvSpPr>
        <p:spPr>
          <a:xfrm xmlns:a="http://schemas.openxmlformats.org/drawingml/2006/main">
            <a:off x="4991100" y="3810000"/>
            <a:ext cx="190500" cy="114300"/>
          </a:xfrm>
          <a:prstGeom xmlns:a="http://schemas.openxmlformats.org/drawingml/2006/main" prst="rightArrow">
            <a:avLst/>
          </a:prstGeom>
          <a:solidFill xmlns:a="http://schemas.openxmlformats.org/drawingml/2006/main">
            <a:srgbClr val="ADBDC7"/>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AC0C599E-14EC-4071-9402-22B0DFE83251}"/>
              </a:ext>
            </a:extLst>
          </p:cNvPr>
          <p:cNvSpPr>
            <a:spLocks xmlns:a="http://schemas.openxmlformats.org/drawingml/2006/main" noGrp="1"/>
          </p:cNvSpPr>
          <p:nvPr/>
        </p:nvSpPr>
        <p:spPr>
          <a:xfrm xmlns:a="http://schemas.openxmlformats.org/drawingml/2006/main">
            <a:off x="7791450" y="3810000"/>
            <a:ext cx="190500" cy="114300"/>
          </a:xfrm>
          <a:prstGeom xmlns:a="http://schemas.openxmlformats.org/drawingml/2006/main" prst="rightArrow">
            <a:avLst/>
          </a:prstGeom>
          <a:solidFill xmlns:a="http://schemas.openxmlformats.org/drawingml/2006/main">
            <a:srgbClr val="ADBDC7"/>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F99F752-5B04-42E2-B39D-D6F05F94AA5E}"/>
              </a:ext>
            </a:extLst>
          </p:cNvPr>
          <p:cNvSpPr>
            <a:spLocks xmlns:a="http://schemas.openxmlformats.org/drawingml/2006/main" noGrp="1"/>
          </p:cNvSpPr>
          <p:nvPr/>
        </p:nvSpPr>
        <p:spPr>
          <a:xfrm xmlns:a="http://schemas.openxmlformats.org/drawingml/2006/main">
            <a:off x="9696450" y="3810000"/>
            <a:ext cx="190500" cy="114300"/>
          </a:xfrm>
          <a:prstGeom xmlns:a="http://schemas.openxmlformats.org/drawingml/2006/main" prst="rightArrow">
            <a:avLst/>
          </a:prstGeom>
          <a:solidFill xmlns:a="http://schemas.openxmlformats.org/drawingml/2006/main">
            <a:srgbClr val="ADBDC7"/>
          </a:solidFill>
          <a:ln xmlns:a="http://schemas.openxmlformats.org/drawingml/2006/main" w="0">
            <a:noFill/>
          </a:ln>
        </p:spPr>
      </p:sp>
    </p:spTree>
    <p:extLst>
      <p:ext uri="{BB962C8B-B14F-4D97-AF65-F5344CB8AC3E}">
        <p14:creationId xmlns:p14="http://schemas.microsoft.com/office/powerpoint/2010/main" val="1028640933"/>
      </p:ext>
    </p:extLst>
  </p:cSld>
</p:sld>
</file>

<file path=ppt/slides/slide7.xml><?xml version="1.0" encoding="utf-8"?>
<p:sld xmlns:p="http://schemas.openxmlformats.org/presentationml/2006/main">
  <p:cSld>
    <p:bg>
      <p:bgPr>
        <a:solidFill xmlns:a="http://schemas.openxmlformats.org/drawingml/2006/main">
          <a:srgbClr val="10171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2A98D58-133B-4D1F-B9CC-9591EC018847}"/>
              </a:ext>
            </a:extLst>
          </p:cNvPr>
          <p:cNvSpPr>
            <a:spLocks xmlns:a="http://schemas.openxmlformats.org/drawingml/2006/main" noGrp="1"/>
          </p:cNvSpPr>
          <p:nvPr/>
        </p:nvSpPr>
        <p:spPr>
          <a:xfrm xmlns:a="http://schemas.openxmlformats.org/drawingml/2006/main">
            <a:off x="533400" y="428625"/>
            <a:ext cx="342900" cy="38100"/>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D7D0FF-432B-4B90-BDED-A4FA194DFD86}"/>
              </a:ext>
            </a:extLst>
          </p:cNvPr>
          <p:cNvSpPr>
            <a:spLocks xmlns:a="http://schemas.openxmlformats.org/drawingml/2006/main" noGrp="1"/>
          </p:cNvSpPr>
          <p:nvPr/>
        </p:nvSpPr>
        <p:spPr>
          <a:xfrm xmlns:a="http://schemas.openxmlformats.org/drawingml/2006/main">
            <a:off x="10287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06  /  АНАЛИТИКТІҢ ЖҰМЫС ОРНЫ</a:t>
            </a:r>
          </a:p>
        </p:txBody>
      </p:sp>
      <p:sp>
        <p:nvSpPr>
          <p:cNvPr id="4" name="">
            <a:extLst xmlns:a="http://schemas.openxmlformats.org/drawingml/2006/main">
              <a:ext uri="{FF2B5EF4-FFF2-40B4-BE49-F238E27FC236}">
                <a16:creationId xmlns:a16="http://schemas.microsoft.com/office/drawing/2014/main" id="{A477415B-D2C2-46D6-B735-B84CA333C301}"/>
              </a:ext>
            </a:extLst>
          </p:cNvPr>
          <p:cNvSpPr>
            <a:spLocks xmlns:a="http://schemas.openxmlformats.org/drawingml/2006/main" noGrp="1"/>
          </p:cNvSpPr>
          <p:nvPr/>
        </p:nvSpPr>
        <p:spPr>
          <a:xfrm xmlns:a="http://schemas.openxmlformats.org/drawingml/2006/main">
            <a:off x="10858500" y="2667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07 / 08</a:t>
            </a:r>
          </a:p>
        </p:txBody>
      </p:sp>
      <p:sp>
        <p:nvSpPr>
          <p:cNvPr id="5" name="">
            <a:extLst xmlns:a="http://schemas.openxmlformats.org/drawingml/2006/main">
              <a:ext uri="{FF2B5EF4-FFF2-40B4-BE49-F238E27FC236}">
                <a16:creationId xmlns:a16="http://schemas.microsoft.com/office/drawing/2014/main" id="{2C3DFEED-90D2-4376-99E4-8BF412132AB8}"/>
              </a:ext>
            </a:extLst>
          </p:cNvPr>
          <p:cNvSpPr>
            <a:spLocks xmlns:a="http://schemas.openxmlformats.org/drawingml/2006/main" noGrp="1"/>
          </p:cNvSpPr>
          <p:nvPr/>
        </p:nvSpPr>
        <p:spPr>
          <a:xfrm xmlns:a="http://schemas.openxmlformats.org/drawingml/2006/main">
            <a:off x="533400" y="8001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F0F5F5"/>
                </a:solidFill>
                <a:latin typeface="Arial"/>
                <a:ea typeface="Arial"/>
                <a:cs typeface="Arial"/>
              </a:defRPr>
            </a:defPPr>
            <a:lvl1pPr>
              <a:defRPr sz="3300" b="1">
                <a:solidFill>
                  <a:srgbClr val="F0F5F5"/>
                </a:solidFill>
                <a:latin typeface="Arial"/>
                <a:ea typeface="Arial"/>
                <a:cs typeface="Arial"/>
              </a:defRPr>
            </a:lvl1pPr>
            <a:lvl2pPr>
              <a:defRPr sz="3300" b="1">
                <a:solidFill>
                  <a:srgbClr val="F0F5F5"/>
                </a:solidFill>
                <a:latin typeface="Arial"/>
                <a:ea typeface="Arial"/>
                <a:cs typeface="Arial"/>
              </a:defRPr>
            </a:lvl2pPr>
            <a:lvl3pPr>
              <a:defRPr sz="3300" b="1">
                <a:solidFill>
                  <a:srgbClr val="F0F5F5"/>
                </a:solidFill>
                <a:latin typeface="Arial"/>
                <a:ea typeface="Arial"/>
                <a:cs typeface="Arial"/>
              </a:defRPr>
            </a:lvl3pPr>
            <a:lvl4pPr>
              <a:defRPr sz="3300" b="1">
                <a:solidFill>
                  <a:srgbClr val="F0F5F5"/>
                </a:solidFill>
                <a:latin typeface="Arial"/>
                <a:ea typeface="Arial"/>
                <a:cs typeface="Arial"/>
              </a:defRPr>
            </a:lvl4pPr>
            <a:lvl5pPr>
              <a:defRPr sz="3300" b="1">
                <a:solidFill>
                  <a:srgbClr val="F0F5F5"/>
                </a:solidFill>
                <a:latin typeface="Arial"/>
                <a:ea typeface="Arial"/>
                <a:cs typeface="Arial"/>
              </a:defRPr>
            </a:lvl5pPr>
            <a:lvl6pPr>
              <a:defRPr sz="3300" b="1">
                <a:solidFill>
                  <a:srgbClr val="F0F5F5"/>
                </a:solidFill>
                <a:latin typeface="Arial"/>
                <a:ea typeface="Arial"/>
                <a:cs typeface="Arial"/>
              </a:defRPr>
            </a:lvl6pPr>
            <a:lvl7pPr>
              <a:defRPr sz="3300" b="1">
                <a:solidFill>
                  <a:srgbClr val="F0F5F5"/>
                </a:solidFill>
                <a:latin typeface="Arial"/>
                <a:ea typeface="Arial"/>
                <a:cs typeface="Arial"/>
              </a:defRPr>
            </a:lvl7pPr>
            <a:lvl8pPr>
              <a:defRPr sz="3300" b="1">
                <a:solidFill>
                  <a:srgbClr val="F0F5F5"/>
                </a:solidFill>
                <a:latin typeface="Arial"/>
                <a:ea typeface="Arial"/>
                <a:cs typeface="Arial"/>
              </a:defRPr>
            </a:lvl8pPr>
            <a:lvl9pPr>
              <a:defRPr sz="3300" b="1">
                <a:solidFill>
                  <a:srgbClr val="F0F5F5"/>
                </a:solidFill>
                <a:latin typeface="Arial"/>
                <a:ea typeface="Arial"/>
                <a:cs typeface="Arial"/>
              </a:defRPr>
            </a:lvl9pPr>
          </a:lstStyle>
          <a:p xmlns:a="http://schemas.openxmlformats.org/drawingml/2006/main">
            <a:pPr>
              <a:defRPr sz="3300" b="1">
                <a:solidFill>
                  <a:srgbClr val="F0F5F5"/>
                </a:solidFill>
                <a:latin typeface="Arial"/>
                <a:ea typeface="Arial"/>
                <a:cs typeface="Arial"/>
              </a:defRPr>
            </a:pPr>
            <a:r>
              <a:rPr sz="3300" b="1">
                <a:solidFill>
                  <a:srgbClr val="F0F5F5"/>
                </a:solidFill>
                <a:latin typeface="Arial"/>
                <a:ea typeface="Arial"/>
                <a:cs typeface="Arial"/>
              </a:rPr>
              <a:t>Нәтиже және дәлел</a:t>
            </a:r>
          </a:p>
        </p:txBody>
      </p:sp>
      <p:sp>
        <p:nvSpPr>
          <p:cNvPr id="6" name="">
            <a:extLst xmlns:a="http://schemas.openxmlformats.org/drawingml/2006/main">
              <a:ext uri="{FF2B5EF4-FFF2-40B4-BE49-F238E27FC236}">
                <a16:creationId xmlns:a16="http://schemas.microsoft.com/office/drawing/2014/main" id="{9FD310FF-9F08-4F00-9E71-E9D9BBE8353E}"/>
              </a:ext>
            </a:extLst>
          </p:cNvPr>
          <p:cNvSpPr>
            <a:spLocks xmlns:a="http://schemas.openxmlformats.org/drawingml/2006/main" noGrp="1"/>
          </p:cNvSpPr>
          <p:nvPr/>
        </p:nvSpPr>
        <p:spPr>
          <a:xfrm xmlns:a="http://schemas.openxmlformats.org/drawingml/2006/main">
            <a:off x="533400" y="1600200"/>
            <a:ext cx="11125200" cy="3028950"/>
          </a:xfrm>
          <a:prstGeom xmlns:a="http://schemas.openxmlformats.org/drawingml/2006/main" prst="rect">
            <a:avLst/>
          </a:prstGeom>
          <a:solidFill xmlns:a="http://schemas.openxmlformats.org/drawingml/2006/main">
            <a:srgbClr val="18232C"/>
          </a:solidFill>
          <a:ln xmlns:a="http://schemas.openxmlformats.org/drawingml/2006/main" w="9525">
            <a:solidFill>
              <a:srgbClr val="34444E"/>
            </a:solidFill>
          </a:ln>
        </p:spPr>
      </p:sp>
      <p:sp>
        <p:nvSpPr>
          <p:cNvPr id="7" name="">
            <a:extLst xmlns:a="http://schemas.openxmlformats.org/drawingml/2006/main">
              <a:ext uri="{FF2B5EF4-FFF2-40B4-BE49-F238E27FC236}">
                <a16:creationId xmlns:a16="http://schemas.microsoft.com/office/drawing/2014/main" id="{96EAD466-97A1-45F6-99B6-995839E7630D}"/>
              </a:ext>
            </a:extLst>
          </p:cNvPr>
          <p:cNvSpPr>
            <a:spLocks xmlns:a="http://schemas.openxmlformats.org/drawingml/2006/main" noGrp="1"/>
          </p:cNvSpPr>
          <p:nvPr/>
        </p:nvSpPr>
        <p:spPr>
          <a:xfrm xmlns:a="http://schemas.openxmlformats.org/drawingml/2006/main">
            <a:off x="533400" y="1600200"/>
            <a:ext cx="11125200" cy="28575"/>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A4C947-AC5B-4F4D-98BB-432DDB2FAB73}"/>
              </a:ext>
            </a:extLst>
          </p:cNvPr>
          <p:cNvSpPr>
            <a:spLocks xmlns:a="http://schemas.openxmlformats.org/drawingml/2006/main" noGrp="1"/>
          </p:cNvSpPr>
          <p:nvPr/>
        </p:nvSpPr>
        <p:spPr>
          <a:xfrm xmlns:a="http://schemas.openxmlformats.org/drawingml/2006/main">
            <a:off x="685800" y="17145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F0F5F5"/>
                </a:solidFill>
                <a:latin typeface="Arial"/>
                <a:ea typeface="Arial"/>
                <a:cs typeface="Arial"/>
              </a:defRPr>
            </a:defPPr>
            <a:lvl1pPr>
              <a:defRPr sz="1875" b="1">
                <a:solidFill>
                  <a:srgbClr val="F0F5F5"/>
                </a:solidFill>
                <a:latin typeface="Arial"/>
                <a:ea typeface="Arial"/>
                <a:cs typeface="Arial"/>
              </a:defRPr>
            </a:lvl1pPr>
            <a:lvl2pPr>
              <a:defRPr sz="1875" b="1">
                <a:solidFill>
                  <a:srgbClr val="F0F5F5"/>
                </a:solidFill>
                <a:latin typeface="Arial"/>
                <a:ea typeface="Arial"/>
                <a:cs typeface="Arial"/>
              </a:defRPr>
            </a:lvl2pPr>
            <a:lvl3pPr>
              <a:defRPr sz="1875" b="1">
                <a:solidFill>
                  <a:srgbClr val="F0F5F5"/>
                </a:solidFill>
                <a:latin typeface="Arial"/>
                <a:ea typeface="Arial"/>
                <a:cs typeface="Arial"/>
              </a:defRPr>
            </a:lvl3pPr>
            <a:lvl4pPr>
              <a:defRPr sz="1875" b="1">
                <a:solidFill>
                  <a:srgbClr val="F0F5F5"/>
                </a:solidFill>
                <a:latin typeface="Arial"/>
                <a:ea typeface="Arial"/>
                <a:cs typeface="Arial"/>
              </a:defRPr>
            </a:lvl4pPr>
            <a:lvl5pPr>
              <a:defRPr sz="1875" b="1">
                <a:solidFill>
                  <a:srgbClr val="F0F5F5"/>
                </a:solidFill>
                <a:latin typeface="Arial"/>
                <a:ea typeface="Arial"/>
                <a:cs typeface="Arial"/>
              </a:defRPr>
            </a:lvl5pPr>
            <a:lvl6pPr>
              <a:defRPr sz="1875" b="1">
                <a:solidFill>
                  <a:srgbClr val="F0F5F5"/>
                </a:solidFill>
                <a:latin typeface="Arial"/>
                <a:ea typeface="Arial"/>
                <a:cs typeface="Arial"/>
              </a:defRPr>
            </a:lvl6pPr>
            <a:lvl7pPr>
              <a:defRPr sz="1875" b="1">
                <a:solidFill>
                  <a:srgbClr val="F0F5F5"/>
                </a:solidFill>
                <a:latin typeface="Arial"/>
                <a:ea typeface="Arial"/>
                <a:cs typeface="Arial"/>
              </a:defRPr>
            </a:lvl7pPr>
            <a:lvl8pPr>
              <a:defRPr sz="1875" b="1">
                <a:solidFill>
                  <a:srgbClr val="F0F5F5"/>
                </a:solidFill>
                <a:latin typeface="Arial"/>
                <a:ea typeface="Arial"/>
                <a:cs typeface="Arial"/>
              </a:defRPr>
            </a:lvl8pPr>
            <a:lvl9pPr>
              <a:defRPr sz="1875" b="1">
                <a:solidFill>
                  <a:srgbClr val="F0F5F5"/>
                </a:solidFill>
                <a:latin typeface="Arial"/>
                <a:ea typeface="Arial"/>
                <a:cs typeface="Arial"/>
              </a:defRPr>
            </a:lvl9pPr>
          </a:lstStyle>
          <a:p xmlns:a="http://schemas.openxmlformats.org/drawingml/2006/main">
            <a:pPr>
              <a:defRPr sz="1875" b="1">
                <a:solidFill>
                  <a:srgbClr val="F0F5F5"/>
                </a:solidFill>
                <a:latin typeface="Arial"/>
                <a:ea typeface="Arial"/>
                <a:cs typeface="Arial"/>
              </a:defRPr>
            </a:pPr>
            <a:r>
              <a:rPr sz="1875" b="1">
                <a:solidFill>
                  <a:srgbClr val="F0F5F5"/>
                </a:solidFill>
                <a:latin typeface="Arial"/>
                <a:ea typeface="Arial"/>
                <a:cs typeface="Arial"/>
              </a:rPr>
              <a:t>SafeNet KZ</a:t>
            </a:r>
          </a:p>
        </p:txBody>
      </p:sp>
      <p:sp>
        <p:nvSpPr>
          <p:cNvPr id="9" name="">
            <a:extLst xmlns:a="http://schemas.openxmlformats.org/drawingml/2006/main">
              <a:ext uri="{FF2B5EF4-FFF2-40B4-BE49-F238E27FC236}">
                <a16:creationId xmlns:a16="http://schemas.microsoft.com/office/drawing/2014/main" id="{EA82773F-8AD8-45DF-AFCD-E586A3AC7384}"/>
              </a:ext>
            </a:extLst>
          </p:cNvPr>
          <p:cNvSpPr>
            <a:spLocks xmlns:a="http://schemas.openxmlformats.org/drawingml/2006/main" noGrp="1"/>
          </p:cNvSpPr>
          <p:nvPr/>
        </p:nvSpPr>
        <p:spPr>
          <a:xfrm xmlns:a="http://schemas.openxmlformats.org/drawingml/2006/main">
            <a:off x="3219450" y="17526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ADBDC7"/>
                </a:solidFill>
                <a:latin typeface="Arial"/>
                <a:ea typeface="Arial"/>
                <a:cs typeface="Arial"/>
              </a:defRPr>
            </a:defPPr>
            <a:lvl1pPr>
              <a:defRPr sz="1650" b="0">
                <a:solidFill>
                  <a:srgbClr val="ADBDC7"/>
                </a:solidFill>
                <a:latin typeface="Arial"/>
                <a:ea typeface="Arial"/>
                <a:cs typeface="Arial"/>
              </a:defRPr>
            </a:lvl1pPr>
            <a:lvl2pPr>
              <a:defRPr sz="1650" b="0">
                <a:solidFill>
                  <a:srgbClr val="ADBDC7"/>
                </a:solidFill>
                <a:latin typeface="Arial"/>
                <a:ea typeface="Arial"/>
                <a:cs typeface="Arial"/>
              </a:defRPr>
            </a:lvl2pPr>
            <a:lvl3pPr>
              <a:defRPr sz="1650" b="0">
                <a:solidFill>
                  <a:srgbClr val="ADBDC7"/>
                </a:solidFill>
                <a:latin typeface="Arial"/>
                <a:ea typeface="Arial"/>
                <a:cs typeface="Arial"/>
              </a:defRPr>
            </a:lvl3pPr>
            <a:lvl4pPr>
              <a:defRPr sz="1650" b="0">
                <a:solidFill>
                  <a:srgbClr val="ADBDC7"/>
                </a:solidFill>
                <a:latin typeface="Arial"/>
                <a:ea typeface="Arial"/>
                <a:cs typeface="Arial"/>
              </a:defRPr>
            </a:lvl4pPr>
            <a:lvl5pPr>
              <a:defRPr sz="1650" b="0">
                <a:solidFill>
                  <a:srgbClr val="ADBDC7"/>
                </a:solidFill>
                <a:latin typeface="Arial"/>
                <a:ea typeface="Arial"/>
                <a:cs typeface="Arial"/>
              </a:defRPr>
            </a:lvl5pPr>
            <a:lvl6pPr>
              <a:defRPr sz="1650" b="0">
                <a:solidFill>
                  <a:srgbClr val="ADBDC7"/>
                </a:solidFill>
                <a:latin typeface="Arial"/>
                <a:ea typeface="Arial"/>
                <a:cs typeface="Arial"/>
              </a:defRPr>
            </a:lvl6pPr>
            <a:lvl7pPr>
              <a:defRPr sz="1650" b="0">
                <a:solidFill>
                  <a:srgbClr val="ADBDC7"/>
                </a:solidFill>
                <a:latin typeface="Arial"/>
                <a:ea typeface="Arial"/>
                <a:cs typeface="Arial"/>
              </a:defRPr>
            </a:lvl7pPr>
            <a:lvl8pPr>
              <a:defRPr sz="1650" b="0">
                <a:solidFill>
                  <a:srgbClr val="ADBDC7"/>
                </a:solidFill>
                <a:latin typeface="Arial"/>
                <a:ea typeface="Arial"/>
                <a:cs typeface="Arial"/>
              </a:defRPr>
            </a:lvl8pPr>
            <a:lvl9pPr>
              <a:defRPr sz="1650" b="0">
                <a:solidFill>
                  <a:srgbClr val="ADBDC7"/>
                </a:solidFill>
                <a:latin typeface="Arial"/>
                <a:ea typeface="Arial"/>
                <a:cs typeface="Arial"/>
              </a:defRPr>
            </a:lvl9pPr>
          </a:lstStyle>
          <a:p xmlns:a="http://schemas.openxmlformats.org/drawingml/2006/main">
            <a:pPr>
              <a:defRPr sz="1650" b="0">
                <a:solidFill>
                  <a:srgbClr val="ADBDC7"/>
                </a:solidFill>
                <a:latin typeface="Arial"/>
                <a:ea typeface="Arial"/>
                <a:cs typeface="Arial"/>
              </a:defRPr>
            </a:pPr>
            <a:r>
              <a:rPr sz="1650" b="0">
                <a:solidFill>
                  <a:srgbClr val="ADBDC7"/>
                </a:solidFill>
                <a:latin typeface="Arial"/>
                <a:ea typeface="Arial"/>
                <a:cs typeface="Arial"/>
              </a:rPr>
              <a:t>Материалдар  /  Дәлелдер  /  Шешім</a:t>
            </a:r>
          </a:p>
        </p:txBody>
      </p:sp>
      <p:sp>
        <p:nvSpPr>
          <p:cNvPr id="10" name="">
            <a:extLst xmlns:a="http://schemas.openxmlformats.org/drawingml/2006/main">
              <a:ext uri="{FF2B5EF4-FFF2-40B4-BE49-F238E27FC236}">
                <a16:creationId xmlns:a16="http://schemas.microsoft.com/office/drawing/2014/main" id="{C902C5B2-91DB-48F8-8AA7-0B01B15946CE}"/>
              </a:ext>
            </a:extLst>
          </p:cNvPr>
          <p:cNvSpPr>
            <a:spLocks xmlns:a="http://schemas.openxmlformats.org/drawingml/2006/main" noGrp="1"/>
          </p:cNvSpPr>
          <p:nvPr/>
        </p:nvSpPr>
        <p:spPr>
          <a:xfrm xmlns:a="http://schemas.openxmlformats.org/drawingml/2006/main">
            <a:off x="9353550" y="1752600"/>
            <a:ext cx="2143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ADBDC7"/>
                </a:solidFill>
                <a:latin typeface="Arial"/>
                <a:ea typeface="Arial"/>
                <a:cs typeface="Arial"/>
              </a:defRPr>
            </a:defPPr>
            <a:lvl1pPr>
              <a:defRPr sz="1575" b="0">
                <a:solidFill>
                  <a:srgbClr val="ADBDC7"/>
                </a:solidFill>
                <a:latin typeface="Arial"/>
                <a:ea typeface="Arial"/>
                <a:cs typeface="Arial"/>
              </a:defRPr>
            </a:lvl1pPr>
            <a:lvl2pPr>
              <a:defRPr sz="1575" b="0">
                <a:solidFill>
                  <a:srgbClr val="ADBDC7"/>
                </a:solidFill>
                <a:latin typeface="Arial"/>
                <a:ea typeface="Arial"/>
                <a:cs typeface="Arial"/>
              </a:defRPr>
            </a:lvl2pPr>
            <a:lvl3pPr>
              <a:defRPr sz="1575" b="0">
                <a:solidFill>
                  <a:srgbClr val="ADBDC7"/>
                </a:solidFill>
                <a:latin typeface="Arial"/>
                <a:ea typeface="Arial"/>
                <a:cs typeface="Arial"/>
              </a:defRPr>
            </a:lvl3pPr>
            <a:lvl4pPr>
              <a:defRPr sz="1575" b="0">
                <a:solidFill>
                  <a:srgbClr val="ADBDC7"/>
                </a:solidFill>
                <a:latin typeface="Arial"/>
                <a:ea typeface="Arial"/>
                <a:cs typeface="Arial"/>
              </a:defRPr>
            </a:lvl4pPr>
            <a:lvl5pPr>
              <a:defRPr sz="1575" b="0">
                <a:solidFill>
                  <a:srgbClr val="ADBDC7"/>
                </a:solidFill>
                <a:latin typeface="Arial"/>
                <a:ea typeface="Arial"/>
                <a:cs typeface="Arial"/>
              </a:defRPr>
            </a:lvl5pPr>
            <a:lvl6pPr>
              <a:defRPr sz="1575" b="0">
                <a:solidFill>
                  <a:srgbClr val="ADBDC7"/>
                </a:solidFill>
                <a:latin typeface="Arial"/>
                <a:ea typeface="Arial"/>
                <a:cs typeface="Arial"/>
              </a:defRPr>
            </a:lvl6pPr>
            <a:lvl7pPr>
              <a:defRPr sz="1575" b="0">
                <a:solidFill>
                  <a:srgbClr val="ADBDC7"/>
                </a:solidFill>
                <a:latin typeface="Arial"/>
                <a:ea typeface="Arial"/>
                <a:cs typeface="Arial"/>
              </a:defRPr>
            </a:lvl7pPr>
            <a:lvl8pPr>
              <a:defRPr sz="1575" b="0">
                <a:solidFill>
                  <a:srgbClr val="ADBDC7"/>
                </a:solidFill>
                <a:latin typeface="Arial"/>
                <a:ea typeface="Arial"/>
                <a:cs typeface="Arial"/>
              </a:defRPr>
            </a:lvl8pPr>
            <a:lvl9pPr>
              <a:defRPr sz="1575" b="0">
                <a:solidFill>
                  <a:srgbClr val="ADBDC7"/>
                </a:solidFill>
                <a:latin typeface="Arial"/>
                <a:ea typeface="Arial"/>
                <a:cs typeface="Arial"/>
              </a:defRPr>
            </a:lvl9pPr>
          </a:lstStyle>
          <a:p xmlns:a="http://schemas.openxmlformats.org/drawingml/2006/main">
            <a:pPr>
              <a:defRPr sz="1575" b="0">
                <a:solidFill>
                  <a:srgbClr val="ADBDC7"/>
                </a:solidFill>
                <a:latin typeface="Arial"/>
                <a:ea typeface="Arial"/>
                <a:cs typeface="Arial"/>
              </a:defRPr>
            </a:pPr>
            <a:r>
              <a:rPr sz="1575" b="0">
                <a:solidFill>
                  <a:srgbClr val="ADBDC7"/>
                </a:solidFill>
                <a:latin typeface="Arial"/>
                <a:ea typeface="Arial"/>
                <a:cs typeface="Arial"/>
              </a:rPr>
              <a:t>Тексеруді күтуде</a:t>
            </a:r>
          </a:p>
        </p:txBody>
      </p:sp>
      <p:sp>
        <p:nvSpPr>
          <p:cNvPr id="11" name="">
            <a:extLst xmlns:a="http://schemas.openxmlformats.org/drawingml/2006/main">
              <a:ext uri="{FF2B5EF4-FFF2-40B4-BE49-F238E27FC236}">
                <a16:creationId xmlns:a16="http://schemas.microsoft.com/office/drawing/2014/main" id="{9908FF45-91D5-4964-B4BE-1D6C26706E82}"/>
              </a:ext>
            </a:extLst>
          </p:cNvPr>
          <p:cNvSpPr>
            <a:spLocks xmlns:a="http://schemas.openxmlformats.org/drawingml/2006/main" noGrp="1"/>
          </p:cNvSpPr>
          <p:nvPr/>
        </p:nvSpPr>
        <p:spPr>
          <a:xfrm xmlns:a="http://schemas.openxmlformats.org/drawingml/2006/main">
            <a:off x="533400" y="2181225"/>
            <a:ext cx="1112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1AF5850-D59A-443B-9E76-D32698954170}"/>
              </a:ext>
            </a:extLst>
          </p:cNvPr>
          <p:cNvSpPr>
            <a:spLocks xmlns:a="http://schemas.openxmlformats.org/drawingml/2006/main" noGrp="1"/>
          </p:cNvSpPr>
          <p:nvPr/>
        </p:nvSpPr>
        <p:spPr>
          <a:xfrm xmlns:a="http://schemas.openxmlformats.org/drawingml/2006/main">
            <a:off x="704850" y="22764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ADBDC7"/>
                </a:solidFill>
                <a:latin typeface="Arial"/>
                <a:ea typeface="Arial"/>
                <a:cs typeface="Arial"/>
              </a:defRPr>
            </a:defPPr>
            <a:lvl1pPr>
              <a:defRPr sz="1500" b="0">
                <a:solidFill>
                  <a:srgbClr val="ADBDC7"/>
                </a:solidFill>
                <a:latin typeface="Arial"/>
                <a:ea typeface="Arial"/>
                <a:cs typeface="Arial"/>
              </a:defRPr>
            </a:lvl1pPr>
            <a:lvl2pPr>
              <a:defRPr sz="1500" b="0">
                <a:solidFill>
                  <a:srgbClr val="ADBDC7"/>
                </a:solidFill>
                <a:latin typeface="Arial"/>
                <a:ea typeface="Arial"/>
                <a:cs typeface="Arial"/>
              </a:defRPr>
            </a:lvl2pPr>
            <a:lvl3pPr>
              <a:defRPr sz="1500" b="0">
                <a:solidFill>
                  <a:srgbClr val="ADBDC7"/>
                </a:solidFill>
                <a:latin typeface="Arial"/>
                <a:ea typeface="Arial"/>
                <a:cs typeface="Arial"/>
              </a:defRPr>
            </a:lvl3pPr>
            <a:lvl4pPr>
              <a:defRPr sz="1500" b="0">
                <a:solidFill>
                  <a:srgbClr val="ADBDC7"/>
                </a:solidFill>
                <a:latin typeface="Arial"/>
                <a:ea typeface="Arial"/>
                <a:cs typeface="Arial"/>
              </a:defRPr>
            </a:lvl4pPr>
            <a:lvl5pPr>
              <a:defRPr sz="1500" b="0">
                <a:solidFill>
                  <a:srgbClr val="ADBDC7"/>
                </a:solidFill>
                <a:latin typeface="Arial"/>
                <a:ea typeface="Arial"/>
                <a:cs typeface="Arial"/>
              </a:defRPr>
            </a:lvl5pPr>
            <a:lvl6pPr>
              <a:defRPr sz="1500" b="0">
                <a:solidFill>
                  <a:srgbClr val="ADBDC7"/>
                </a:solidFill>
                <a:latin typeface="Arial"/>
                <a:ea typeface="Arial"/>
                <a:cs typeface="Arial"/>
              </a:defRPr>
            </a:lvl6pPr>
            <a:lvl7pPr>
              <a:defRPr sz="1500" b="0">
                <a:solidFill>
                  <a:srgbClr val="ADBDC7"/>
                </a:solidFill>
                <a:latin typeface="Arial"/>
                <a:ea typeface="Arial"/>
                <a:cs typeface="Arial"/>
              </a:defRPr>
            </a:lvl7pPr>
            <a:lvl8pPr>
              <a:defRPr sz="1500" b="0">
                <a:solidFill>
                  <a:srgbClr val="ADBDC7"/>
                </a:solidFill>
                <a:latin typeface="Arial"/>
                <a:ea typeface="Arial"/>
                <a:cs typeface="Arial"/>
              </a:defRPr>
            </a:lvl8pPr>
            <a:lvl9pPr>
              <a:defRPr sz="1500" b="0">
                <a:solidFill>
                  <a:srgbClr val="ADBDC7"/>
                </a:solidFill>
                <a:latin typeface="Arial"/>
                <a:ea typeface="Arial"/>
                <a:cs typeface="Arial"/>
              </a:defRPr>
            </a:lvl9pPr>
          </a:lstStyle>
          <a:p xmlns:a="http://schemas.openxmlformats.org/drawingml/2006/main">
            <a:pPr>
              <a:defRPr sz="1500" b="0">
                <a:solidFill>
                  <a:srgbClr val="ADBDC7"/>
                </a:solidFill>
                <a:latin typeface="Arial"/>
                <a:ea typeface="Arial"/>
                <a:cs typeface="Arial"/>
              </a:defRPr>
            </a:pPr>
            <a:r>
              <a:rPr sz="1500" b="0">
                <a:solidFill>
                  <a:srgbClr val="ADBDC7"/>
                </a:solidFill>
                <a:latin typeface="Arial"/>
                <a:ea typeface="Arial"/>
                <a:cs typeface="Arial"/>
              </a:rPr>
              <a:t>Үш бағыт</a:t>
            </a:r>
          </a:p>
        </p:txBody>
      </p:sp>
      <p:sp>
        <p:nvSpPr>
          <p:cNvPr id="13" name="">
            <a:extLst xmlns:a="http://schemas.openxmlformats.org/drawingml/2006/main">
              <a:ext uri="{FF2B5EF4-FFF2-40B4-BE49-F238E27FC236}">
                <a16:creationId xmlns:a16="http://schemas.microsoft.com/office/drawing/2014/main" id="{B32993BA-D1EF-4C66-8F88-45EFF007DC98}"/>
              </a:ext>
            </a:extLst>
          </p:cNvPr>
          <p:cNvSpPr>
            <a:spLocks xmlns:a="http://schemas.openxmlformats.org/drawingml/2006/main" noGrp="1"/>
          </p:cNvSpPr>
          <p:nvPr/>
        </p:nvSpPr>
        <p:spPr>
          <a:xfrm xmlns:a="http://schemas.openxmlformats.org/drawingml/2006/main">
            <a:off x="704850" y="2705100"/>
            <a:ext cx="38100" cy="381000"/>
          </a:xfrm>
          <a:prstGeom xmlns:a="http://schemas.openxmlformats.org/drawingml/2006/main" prst="rect">
            <a:avLst/>
          </a:prstGeom>
          <a:solidFill xmlns:a="http://schemas.openxmlformats.org/drawingml/2006/main">
            <a:srgbClr val="8EBB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BEEF1B8-ECDB-4E87-A145-66FA04A271E0}"/>
              </a:ext>
            </a:extLst>
          </p:cNvPr>
          <p:cNvSpPr>
            <a:spLocks xmlns:a="http://schemas.openxmlformats.org/drawingml/2006/main" noGrp="1"/>
          </p:cNvSpPr>
          <p:nvPr/>
        </p:nvSpPr>
        <p:spPr>
          <a:xfrm xmlns:a="http://schemas.openxmlformats.org/drawingml/2006/main">
            <a:off x="838200" y="2657475"/>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8EBBEE"/>
                </a:solidFill>
                <a:latin typeface="Arial"/>
                <a:ea typeface="Arial"/>
                <a:cs typeface="Arial"/>
              </a:defRPr>
            </a:defPPr>
            <a:lvl1pPr>
              <a:defRPr sz="1650" b="1">
                <a:solidFill>
                  <a:srgbClr val="8EBBEE"/>
                </a:solidFill>
                <a:latin typeface="Arial"/>
                <a:ea typeface="Arial"/>
                <a:cs typeface="Arial"/>
              </a:defRPr>
            </a:lvl1pPr>
            <a:lvl2pPr>
              <a:defRPr sz="1650" b="1">
                <a:solidFill>
                  <a:srgbClr val="8EBBEE"/>
                </a:solidFill>
                <a:latin typeface="Arial"/>
                <a:ea typeface="Arial"/>
                <a:cs typeface="Arial"/>
              </a:defRPr>
            </a:lvl2pPr>
            <a:lvl3pPr>
              <a:defRPr sz="1650" b="1">
                <a:solidFill>
                  <a:srgbClr val="8EBBEE"/>
                </a:solidFill>
                <a:latin typeface="Arial"/>
                <a:ea typeface="Arial"/>
                <a:cs typeface="Arial"/>
              </a:defRPr>
            </a:lvl3pPr>
            <a:lvl4pPr>
              <a:defRPr sz="1650" b="1">
                <a:solidFill>
                  <a:srgbClr val="8EBBEE"/>
                </a:solidFill>
                <a:latin typeface="Arial"/>
                <a:ea typeface="Arial"/>
                <a:cs typeface="Arial"/>
              </a:defRPr>
            </a:lvl4pPr>
            <a:lvl5pPr>
              <a:defRPr sz="1650" b="1">
                <a:solidFill>
                  <a:srgbClr val="8EBBEE"/>
                </a:solidFill>
                <a:latin typeface="Arial"/>
                <a:ea typeface="Arial"/>
                <a:cs typeface="Arial"/>
              </a:defRPr>
            </a:lvl5pPr>
            <a:lvl6pPr>
              <a:defRPr sz="1650" b="1">
                <a:solidFill>
                  <a:srgbClr val="8EBBEE"/>
                </a:solidFill>
                <a:latin typeface="Arial"/>
                <a:ea typeface="Arial"/>
                <a:cs typeface="Arial"/>
              </a:defRPr>
            </a:lvl6pPr>
            <a:lvl7pPr>
              <a:defRPr sz="1650" b="1">
                <a:solidFill>
                  <a:srgbClr val="8EBBEE"/>
                </a:solidFill>
                <a:latin typeface="Arial"/>
                <a:ea typeface="Arial"/>
                <a:cs typeface="Arial"/>
              </a:defRPr>
            </a:lvl7pPr>
            <a:lvl8pPr>
              <a:defRPr sz="1650" b="1">
                <a:solidFill>
                  <a:srgbClr val="8EBBEE"/>
                </a:solidFill>
                <a:latin typeface="Arial"/>
                <a:ea typeface="Arial"/>
                <a:cs typeface="Arial"/>
              </a:defRPr>
            </a:lvl8pPr>
            <a:lvl9pPr>
              <a:defRPr sz="1650" b="1">
                <a:solidFill>
                  <a:srgbClr val="8EBBEE"/>
                </a:solidFill>
                <a:latin typeface="Arial"/>
                <a:ea typeface="Arial"/>
                <a:cs typeface="Arial"/>
              </a:defRPr>
            </a:lvl9pPr>
          </a:lstStyle>
          <a:p xmlns:a="http://schemas.openxmlformats.org/drawingml/2006/main">
            <a:pPr>
              <a:defRPr sz="1650" b="1">
                <a:solidFill>
                  <a:srgbClr val="8EBBEE"/>
                </a:solidFill>
                <a:latin typeface="Arial"/>
                <a:ea typeface="Arial"/>
                <a:cs typeface="Arial"/>
              </a:defRPr>
            </a:pPr>
            <a:r>
              <a:rPr sz="1650" b="1">
                <a:solidFill>
                  <a:srgbClr val="8EBBEE"/>
                </a:solidFill>
                <a:latin typeface="Arial"/>
                <a:ea typeface="Arial"/>
                <a:cs typeface="Arial"/>
              </a:rPr>
              <a:t>Ақылы ұтыс</a:t>
            </a:r>
          </a:p>
        </p:txBody>
      </p:sp>
      <p:sp>
        <p:nvSpPr>
          <p:cNvPr id="15" name="">
            <a:extLst xmlns:a="http://schemas.openxmlformats.org/drawingml/2006/main">
              <a:ext uri="{FF2B5EF4-FFF2-40B4-BE49-F238E27FC236}">
                <a16:creationId xmlns:a16="http://schemas.microsoft.com/office/drawing/2014/main" id="{04D5BAF8-4D13-44DA-95C6-16130E938265}"/>
              </a:ext>
            </a:extLst>
          </p:cNvPr>
          <p:cNvSpPr>
            <a:spLocks xmlns:a="http://schemas.openxmlformats.org/drawingml/2006/main" noGrp="1"/>
          </p:cNvSpPr>
          <p:nvPr/>
        </p:nvSpPr>
        <p:spPr>
          <a:xfrm xmlns:a="http://schemas.openxmlformats.org/drawingml/2006/main">
            <a:off x="838200" y="2924175"/>
            <a:ext cx="2628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FF9C93"/>
                </a:solidFill>
                <a:latin typeface="Arial"/>
                <a:ea typeface="Arial"/>
                <a:cs typeface="Arial"/>
              </a:defRPr>
            </a:defPPr>
            <a:lvl1pPr>
              <a:defRPr sz="1425" b="0">
                <a:solidFill>
                  <a:srgbClr val="FF9C93"/>
                </a:solidFill>
                <a:latin typeface="Arial"/>
                <a:ea typeface="Arial"/>
                <a:cs typeface="Arial"/>
              </a:defRPr>
            </a:lvl1pPr>
            <a:lvl2pPr>
              <a:defRPr sz="1425" b="0">
                <a:solidFill>
                  <a:srgbClr val="FF9C93"/>
                </a:solidFill>
                <a:latin typeface="Arial"/>
                <a:ea typeface="Arial"/>
                <a:cs typeface="Arial"/>
              </a:defRPr>
            </a:lvl2pPr>
            <a:lvl3pPr>
              <a:defRPr sz="1425" b="0">
                <a:solidFill>
                  <a:srgbClr val="FF9C93"/>
                </a:solidFill>
                <a:latin typeface="Arial"/>
                <a:ea typeface="Arial"/>
                <a:cs typeface="Arial"/>
              </a:defRPr>
            </a:lvl3pPr>
            <a:lvl4pPr>
              <a:defRPr sz="1425" b="0">
                <a:solidFill>
                  <a:srgbClr val="FF9C93"/>
                </a:solidFill>
                <a:latin typeface="Arial"/>
                <a:ea typeface="Arial"/>
                <a:cs typeface="Arial"/>
              </a:defRPr>
            </a:lvl4pPr>
            <a:lvl5pPr>
              <a:defRPr sz="1425" b="0">
                <a:solidFill>
                  <a:srgbClr val="FF9C93"/>
                </a:solidFill>
                <a:latin typeface="Arial"/>
                <a:ea typeface="Arial"/>
                <a:cs typeface="Arial"/>
              </a:defRPr>
            </a:lvl5pPr>
            <a:lvl6pPr>
              <a:defRPr sz="1425" b="0">
                <a:solidFill>
                  <a:srgbClr val="FF9C93"/>
                </a:solidFill>
                <a:latin typeface="Arial"/>
                <a:ea typeface="Arial"/>
                <a:cs typeface="Arial"/>
              </a:defRPr>
            </a:lvl6pPr>
            <a:lvl7pPr>
              <a:defRPr sz="1425" b="0">
                <a:solidFill>
                  <a:srgbClr val="FF9C93"/>
                </a:solidFill>
                <a:latin typeface="Arial"/>
                <a:ea typeface="Arial"/>
                <a:cs typeface="Arial"/>
              </a:defRPr>
            </a:lvl7pPr>
            <a:lvl8pPr>
              <a:defRPr sz="1425" b="0">
                <a:solidFill>
                  <a:srgbClr val="FF9C93"/>
                </a:solidFill>
                <a:latin typeface="Arial"/>
                <a:ea typeface="Arial"/>
                <a:cs typeface="Arial"/>
              </a:defRPr>
            </a:lvl8pPr>
            <a:lvl9pPr>
              <a:defRPr sz="1425" b="0">
                <a:solidFill>
                  <a:srgbClr val="FF9C93"/>
                </a:solidFill>
                <a:latin typeface="Arial"/>
                <a:ea typeface="Arial"/>
                <a:cs typeface="Arial"/>
              </a:defRPr>
            </a:lvl9pPr>
          </a:lstStyle>
          <a:p xmlns:a="http://schemas.openxmlformats.org/drawingml/2006/main">
            <a:pPr>
              <a:defRPr sz="1425" b="0">
                <a:solidFill>
                  <a:srgbClr val="FF9C93"/>
                </a:solidFill>
                <a:latin typeface="Arial"/>
                <a:ea typeface="Arial"/>
                <a:cs typeface="Arial"/>
              </a:defRPr>
            </a:pPr>
            <a:r>
              <a:rPr sz="1425" b="0">
                <a:solidFill>
                  <a:srgbClr val="FF9C93"/>
                </a:solidFill>
                <a:latin typeface="Arial"/>
                <a:ea typeface="Arial"/>
                <a:cs typeface="Arial"/>
              </a:rPr>
              <a:t>Жоғары</a:t>
            </a:r>
          </a:p>
        </p:txBody>
      </p:sp>
      <p:sp>
        <p:nvSpPr>
          <p:cNvPr id="16" name="">
            <a:extLst xmlns:a="http://schemas.openxmlformats.org/drawingml/2006/main">
              <a:ext uri="{FF2B5EF4-FFF2-40B4-BE49-F238E27FC236}">
                <a16:creationId xmlns:a16="http://schemas.microsoft.com/office/drawing/2014/main" id="{8FBE2AD4-B5BB-4DAE-82DD-C5A1D65A1FA9}"/>
              </a:ext>
            </a:extLst>
          </p:cNvPr>
          <p:cNvSpPr>
            <a:spLocks xmlns:a="http://schemas.openxmlformats.org/drawingml/2006/main" noGrp="1"/>
          </p:cNvSpPr>
          <p:nvPr/>
        </p:nvSpPr>
        <p:spPr>
          <a:xfrm xmlns:a="http://schemas.openxmlformats.org/drawingml/2006/main">
            <a:off x="704850" y="3267075"/>
            <a:ext cx="38100" cy="381000"/>
          </a:xfrm>
          <a:prstGeom xmlns:a="http://schemas.openxmlformats.org/drawingml/2006/main" prst="rect">
            <a:avLst/>
          </a:prstGeom>
          <a:solidFill xmlns:a="http://schemas.openxmlformats.org/drawingml/2006/main">
            <a:srgbClr val="C3B0F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0CEC8D9-B785-4828-99E0-6E09F66273C1}"/>
              </a:ext>
            </a:extLst>
          </p:cNvPr>
          <p:cNvSpPr>
            <a:spLocks xmlns:a="http://schemas.openxmlformats.org/drawingml/2006/main" noGrp="1"/>
          </p:cNvSpPr>
          <p:nvPr/>
        </p:nvSpPr>
        <p:spPr>
          <a:xfrm xmlns:a="http://schemas.openxmlformats.org/drawingml/2006/main">
            <a:off x="838200" y="32194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C3B0F4"/>
                </a:solidFill>
                <a:latin typeface="Arial"/>
                <a:ea typeface="Arial"/>
                <a:cs typeface="Arial"/>
              </a:defRPr>
            </a:defPPr>
            <a:lvl1pPr>
              <a:defRPr sz="1650" b="1">
                <a:solidFill>
                  <a:srgbClr val="C3B0F4"/>
                </a:solidFill>
                <a:latin typeface="Arial"/>
                <a:ea typeface="Arial"/>
                <a:cs typeface="Arial"/>
              </a:defRPr>
            </a:lvl1pPr>
            <a:lvl2pPr>
              <a:defRPr sz="1650" b="1">
                <a:solidFill>
                  <a:srgbClr val="C3B0F4"/>
                </a:solidFill>
                <a:latin typeface="Arial"/>
                <a:ea typeface="Arial"/>
                <a:cs typeface="Arial"/>
              </a:defRPr>
            </a:lvl2pPr>
            <a:lvl3pPr>
              <a:defRPr sz="1650" b="1">
                <a:solidFill>
                  <a:srgbClr val="C3B0F4"/>
                </a:solidFill>
                <a:latin typeface="Arial"/>
                <a:ea typeface="Arial"/>
                <a:cs typeface="Arial"/>
              </a:defRPr>
            </a:lvl3pPr>
            <a:lvl4pPr>
              <a:defRPr sz="1650" b="1">
                <a:solidFill>
                  <a:srgbClr val="C3B0F4"/>
                </a:solidFill>
                <a:latin typeface="Arial"/>
                <a:ea typeface="Arial"/>
                <a:cs typeface="Arial"/>
              </a:defRPr>
            </a:lvl4pPr>
            <a:lvl5pPr>
              <a:defRPr sz="1650" b="1">
                <a:solidFill>
                  <a:srgbClr val="C3B0F4"/>
                </a:solidFill>
                <a:latin typeface="Arial"/>
                <a:ea typeface="Arial"/>
                <a:cs typeface="Arial"/>
              </a:defRPr>
            </a:lvl5pPr>
            <a:lvl6pPr>
              <a:defRPr sz="1650" b="1">
                <a:solidFill>
                  <a:srgbClr val="C3B0F4"/>
                </a:solidFill>
                <a:latin typeface="Arial"/>
                <a:ea typeface="Arial"/>
                <a:cs typeface="Arial"/>
              </a:defRPr>
            </a:lvl6pPr>
            <a:lvl7pPr>
              <a:defRPr sz="1650" b="1">
                <a:solidFill>
                  <a:srgbClr val="C3B0F4"/>
                </a:solidFill>
                <a:latin typeface="Arial"/>
                <a:ea typeface="Arial"/>
                <a:cs typeface="Arial"/>
              </a:defRPr>
            </a:lvl7pPr>
            <a:lvl8pPr>
              <a:defRPr sz="1650" b="1">
                <a:solidFill>
                  <a:srgbClr val="C3B0F4"/>
                </a:solidFill>
                <a:latin typeface="Arial"/>
                <a:ea typeface="Arial"/>
                <a:cs typeface="Arial"/>
              </a:defRPr>
            </a:lvl8pPr>
            <a:lvl9pPr>
              <a:defRPr sz="1650" b="1">
                <a:solidFill>
                  <a:srgbClr val="C3B0F4"/>
                </a:solidFill>
                <a:latin typeface="Arial"/>
                <a:ea typeface="Arial"/>
                <a:cs typeface="Arial"/>
              </a:defRPr>
            </a:lvl9pPr>
          </a:lstStyle>
          <a:p xmlns:a="http://schemas.openxmlformats.org/drawingml/2006/main">
            <a:pPr>
              <a:defRPr sz="1650" b="1">
                <a:solidFill>
                  <a:srgbClr val="C3B0F4"/>
                </a:solidFill>
                <a:latin typeface="Arial"/>
                <a:ea typeface="Arial"/>
                <a:cs typeface="Arial"/>
              </a:defRPr>
            </a:pPr>
            <a:r>
              <a:rPr sz="1650" b="1">
                <a:solidFill>
                  <a:srgbClr val="C3B0F4"/>
                </a:solidFill>
                <a:latin typeface="Arial"/>
                <a:ea typeface="Arial"/>
                <a:cs typeface="Arial"/>
              </a:rPr>
              <a:t>Казино жарнамасы</a:t>
            </a:r>
          </a:p>
        </p:txBody>
      </p:sp>
      <p:sp>
        <p:nvSpPr>
          <p:cNvPr id="18" name="">
            <a:extLst xmlns:a="http://schemas.openxmlformats.org/drawingml/2006/main">
              <a:ext uri="{FF2B5EF4-FFF2-40B4-BE49-F238E27FC236}">
                <a16:creationId xmlns:a16="http://schemas.microsoft.com/office/drawing/2014/main" id="{0618A2F2-472C-4F1A-B535-26C70B1AD7B2}"/>
              </a:ext>
            </a:extLst>
          </p:cNvPr>
          <p:cNvSpPr>
            <a:spLocks xmlns:a="http://schemas.openxmlformats.org/drawingml/2006/main" noGrp="1"/>
          </p:cNvSpPr>
          <p:nvPr/>
        </p:nvSpPr>
        <p:spPr>
          <a:xfrm xmlns:a="http://schemas.openxmlformats.org/drawingml/2006/main">
            <a:off x="838200" y="3486150"/>
            <a:ext cx="2628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9CAEBB"/>
                </a:solidFill>
                <a:latin typeface="Arial"/>
                <a:ea typeface="Arial"/>
                <a:cs typeface="Arial"/>
              </a:defRPr>
            </a:defPPr>
            <a:lvl1pPr>
              <a:defRPr sz="1425" b="0">
                <a:solidFill>
                  <a:srgbClr val="9CAEBB"/>
                </a:solidFill>
                <a:latin typeface="Arial"/>
                <a:ea typeface="Arial"/>
                <a:cs typeface="Arial"/>
              </a:defRPr>
            </a:lvl1pPr>
            <a:lvl2pPr>
              <a:defRPr sz="1425" b="0">
                <a:solidFill>
                  <a:srgbClr val="9CAEBB"/>
                </a:solidFill>
                <a:latin typeface="Arial"/>
                <a:ea typeface="Arial"/>
                <a:cs typeface="Arial"/>
              </a:defRPr>
            </a:lvl2pPr>
            <a:lvl3pPr>
              <a:defRPr sz="1425" b="0">
                <a:solidFill>
                  <a:srgbClr val="9CAEBB"/>
                </a:solidFill>
                <a:latin typeface="Arial"/>
                <a:ea typeface="Arial"/>
                <a:cs typeface="Arial"/>
              </a:defRPr>
            </a:lvl3pPr>
            <a:lvl4pPr>
              <a:defRPr sz="1425" b="0">
                <a:solidFill>
                  <a:srgbClr val="9CAEBB"/>
                </a:solidFill>
                <a:latin typeface="Arial"/>
                <a:ea typeface="Arial"/>
                <a:cs typeface="Arial"/>
              </a:defRPr>
            </a:lvl4pPr>
            <a:lvl5pPr>
              <a:defRPr sz="1425" b="0">
                <a:solidFill>
                  <a:srgbClr val="9CAEBB"/>
                </a:solidFill>
                <a:latin typeface="Arial"/>
                <a:ea typeface="Arial"/>
                <a:cs typeface="Arial"/>
              </a:defRPr>
            </a:lvl5pPr>
            <a:lvl6pPr>
              <a:defRPr sz="1425" b="0">
                <a:solidFill>
                  <a:srgbClr val="9CAEBB"/>
                </a:solidFill>
                <a:latin typeface="Arial"/>
                <a:ea typeface="Arial"/>
                <a:cs typeface="Arial"/>
              </a:defRPr>
            </a:lvl6pPr>
            <a:lvl7pPr>
              <a:defRPr sz="1425" b="0">
                <a:solidFill>
                  <a:srgbClr val="9CAEBB"/>
                </a:solidFill>
                <a:latin typeface="Arial"/>
                <a:ea typeface="Arial"/>
                <a:cs typeface="Arial"/>
              </a:defRPr>
            </a:lvl7pPr>
            <a:lvl8pPr>
              <a:defRPr sz="1425" b="0">
                <a:solidFill>
                  <a:srgbClr val="9CAEBB"/>
                </a:solidFill>
                <a:latin typeface="Arial"/>
                <a:ea typeface="Arial"/>
                <a:cs typeface="Arial"/>
              </a:defRPr>
            </a:lvl8pPr>
            <a:lvl9pPr>
              <a:defRPr sz="1425" b="0">
                <a:solidFill>
                  <a:srgbClr val="9CAEBB"/>
                </a:solidFill>
                <a:latin typeface="Arial"/>
                <a:ea typeface="Arial"/>
                <a:cs typeface="Arial"/>
              </a:defRPr>
            </a:lvl9pPr>
          </a:lstStyle>
          <a:p xmlns:a="http://schemas.openxmlformats.org/drawingml/2006/main">
            <a:pPr>
              <a:defRPr sz="1425" b="0">
                <a:solidFill>
                  <a:srgbClr val="9CAEBB"/>
                </a:solidFill>
                <a:latin typeface="Arial"/>
                <a:ea typeface="Arial"/>
                <a:cs typeface="Arial"/>
              </a:defRPr>
            </a:pPr>
            <a:r>
              <a:rPr sz="1425" b="0">
                <a:solidFill>
                  <a:srgbClr val="9CAEBB"/>
                </a:solidFill>
                <a:latin typeface="Arial"/>
                <a:ea typeface="Arial"/>
                <a:cs typeface="Arial"/>
              </a:rPr>
              <a:t>Төмен</a:t>
            </a:r>
          </a:p>
        </p:txBody>
      </p:sp>
      <p:sp>
        <p:nvSpPr>
          <p:cNvPr id="19" name="">
            <a:extLst xmlns:a="http://schemas.openxmlformats.org/drawingml/2006/main">
              <a:ext uri="{FF2B5EF4-FFF2-40B4-BE49-F238E27FC236}">
                <a16:creationId xmlns:a16="http://schemas.microsoft.com/office/drawing/2014/main" id="{5C982E94-D8F6-4FAE-8EFA-EA34B50530F5}"/>
              </a:ext>
            </a:extLst>
          </p:cNvPr>
          <p:cNvSpPr>
            <a:spLocks xmlns:a="http://schemas.openxmlformats.org/drawingml/2006/main" noGrp="1"/>
          </p:cNvSpPr>
          <p:nvPr/>
        </p:nvSpPr>
        <p:spPr>
          <a:xfrm xmlns:a="http://schemas.openxmlformats.org/drawingml/2006/main">
            <a:off x="704850" y="3829050"/>
            <a:ext cx="38100" cy="381000"/>
          </a:xfrm>
          <a:prstGeom xmlns:a="http://schemas.openxmlformats.org/drawingml/2006/main" prst="rect">
            <a:avLst/>
          </a:prstGeom>
          <a:solidFill xmlns:a="http://schemas.openxmlformats.org/drawingml/2006/main">
            <a:srgbClr val="D8C3A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76235A4-FAFD-4225-94FF-74CA316E341D}"/>
              </a:ext>
            </a:extLst>
          </p:cNvPr>
          <p:cNvSpPr>
            <a:spLocks xmlns:a="http://schemas.openxmlformats.org/drawingml/2006/main" noGrp="1"/>
          </p:cNvSpPr>
          <p:nvPr/>
        </p:nvSpPr>
        <p:spPr>
          <a:xfrm xmlns:a="http://schemas.openxmlformats.org/drawingml/2006/main">
            <a:off x="838200" y="3781425"/>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D8C3A1"/>
                </a:solidFill>
                <a:latin typeface="Arial"/>
                <a:ea typeface="Arial"/>
                <a:cs typeface="Arial"/>
              </a:defRPr>
            </a:defPPr>
            <a:lvl1pPr>
              <a:defRPr sz="1650" b="1">
                <a:solidFill>
                  <a:srgbClr val="D8C3A1"/>
                </a:solidFill>
                <a:latin typeface="Arial"/>
                <a:ea typeface="Arial"/>
                <a:cs typeface="Arial"/>
              </a:defRPr>
            </a:lvl1pPr>
            <a:lvl2pPr>
              <a:defRPr sz="1650" b="1">
                <a:solidFill>
                  <a:srgbClr val="D8C3A1"/>
                </a:solidFill>
                <a:latin typeface="Arial"/>
                <a:ea typeface="Arial"/>
                <a:cs typeface="Arial"/>
              </a:defRPr>
            </a:lvl2pPr>
            <a:lvl3pPr>
              <a:defRPr sz="1650" b="1">
                <a:solidFill>
                  <a:srgbClr val="D8C3A1"/>
                </a:solidFill>
                <a:latin typeface="Arial"/>
                <a:ea typeface="Arial"/>
                <a:cs typeface="Arial"/>
              </a:defRPr>
            </a:lvl3pPr>
            <a:lvl4pPr>
              <a:defRPr sz="1650" b="1">
                <a:solidFill>
                  <a:srgbClr val="D8C3A1"/>
                </a:solidFill>
                <a:latin typeface="Arial"/>
                <a:ea typeface="Arial"/>
                <a:cs typeface="Arial"/>
              </a:defRPr>
            </a:lvl4pPr>
            <a:lvl5pPr>
              <a:defRPr sz="1650" b="1">
                <a:solidFill>
                  <a:srgbClr val="D8C3A1"/>
                </a:solidFill>
                <a:latin typeface="Arial"/>
                <a:ea typeface="Arial"/>
                <a:cs typeface="Arial"/>
              </a:defRPr>
            </a:lvl5pPr>
            <a:lvl6pPr>
              <a:defRPr sz="1650" b="1">
                <a:solidFill>
                  <a:srgbClr val="D8C3A1"/>
                </a:solidFill>
                <a:latin typeface="Arial"/>
                <a:ea typeface="Arial"/>
                <a:cs typeface="Arial"/>
              </a:defRPr>
            </a:lvl6pPr>
            <a:lvl7pPr>
              <a:defRPr sz="1650" b="1">
                <a:solidFill>
                  <a:srgbClr val="D8C3A1"/>
                </a:solidFill>
                <a:latin typeface="Arial"/>
                <a:ea typeface="Arial"/>
                <a:cs typeface="Arial"/>
              </a:defRPr>
            </a:lvl7pPr>
            <a:lvl8pPr>
              <a:defRPr sz="1650" b="1">
                <a:solidFill>
                  <a:srgbClr val="D8C3A1"/>
                </a:solidFill>
                <a:latin typeface="Arial"/>
                <a:ea typeface="Arial"/>
                <a:cs typeface="Arial"/>
              </a:defRPr>
            </a:lvl8pPr>
            <a:lvl9pPr>
              <a:defRPr sz="1650" b="1">
                <a:solidFill>
                  <a:srgbClr val="D8C3A1"/>
                </a:solidFill>
                <a:latin typeface="Arial"/>
                <a:ea typeface="Arial"/>
                <a:cs typeface="Arial"/>
              </a:defRPr>
            </a:lvl9pPr>
          </a:lstStyle>
          <a:p xmlns:a="http://schemas.openxmlformats.org/drawingml/2006/main">
            <a:pPr>
              <a:defRPr sz="1650" b="1">
                <a:solidFill>
                  <a:srgbClr val="D8C3A1"/>
                </a:solidFill>
                <a:latin typeface="Arial"/>
                <a:ea typeface="Arial"/>
                <a:cs typeface="Arial"/>
              </a:defRPr>
            </a:pPr>
            <a:r>
              <a:rPr sz="1650" b="1">
                <a:solidFill>
                  <a:srgbClr val="D8C3A1"/>
                </a:solidFill>
                <a:latin typeface="Arial"/>
                <a:ea typeface="Arial"/>
                <a:cs typeface="Arial"/>
              </a:rPr>
              <a:t>Пирамида белгілері</a:t>
            </a:r>
          </a:p>
        </p:txBody>
      </p:sp>
      <p:sp>
        <p:nvSpPr>
          <p:cNvPr id="21" name="">
            <a:extLst xmlns:a="http://schemas.openxmlformats.org/drawingml/2006/main">
              <a:ext uri="{FF2B5EF4-FFF2-40B4-BE49-F238E27FC236}">
                <a16:creationId xmlns:a16="http://schemas.microsoft.com/office/drawing/2014/main" id="{F070658A-D52B-407E-ADC7-02854D7989A8}"/>
              </a:ext>
            </a:extLst>
          </p:cNvPr>
          <p:cNvSpPr>
            <a:spLocks xmlns:a="http://schemas.openxmlformats.org/drawingml/2006/main" noGrp="1"/>
          </p:cNvSpPr>
          <p:nvPr/>
        </p:nvSpPr>
        <p:spPr>
          <a:xfrm xmlns:a="http://schemas.openxmlformats.org/drawingml/2006/main">
            <a:off x="838200" y="4048125"/>
            <a:ext cx="2628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9CAEBB"/>
                </a:solidFill>
                <a:latin typeface="Arial"/>
                <a:ea typeface="Arial"/>
                <a:cs typeface="Arial"/>
              </a:defRPr>
            </a:defPPr>
            <a:lvl1pPr>
              <a:defRPr sz="1425" b="0">
                <a:solidFill>
                  <a:srgbClr val="9CAEBB"/>
                </a:solidFill>
                <a:latin typeface="Arial"/>
                <a:ea typeface="Arial"/>
                <a:cs typeface="Arial"/>
              </a:defRPr>
            </a:lvl1pPr>
            <a:lvl2pPr>
              <a:defRPr sz="1425" b="0">
                <a:solidFill>
                  <a:srgbClr val="9CAEBB"/>
                </a:solidFill>
                <a:latin typeface="Arial"/>
                <a:ea typeface="Arial"/>
                <a:cs typeface="Arial"/>
              </a:defRPr>
            </a:lvl2pPr>
            <a:lvl3pPr>
              <a:defRPr sz="1425" b="0">
                <a:solidFill>
                  <a:srgbClr val="9CAEBB"/>
                </a:solidFill>
                <a:latin typeface="Arial"/>
                <a:ea typeface="Arial"/>
                <a:cs typeface="Arial"/>
              </a:defRPr>
            </a:lvl3pPr>
            <a:lvl4pPr>
              <a:defRPr sz="1425" b="0">
                <a:solidFill>
                  <a:srgbClr val="9CAEBB"/>
                </a:solidFill>
                <a:latin typeface="Arial"/>
                <a:ea typeface="Arial"/>
                <a:cs typeface="Arial"/>
              </a:defRPr>
            </a:lvl4pPr>
            <a:lvl5pPr>
              <a:defRPr sz="1425" b="0">
                <a:solidFill>
                  <a:srgbClr val="9CAEBB"/>
                </a:solidFill>
                <a:latin typeface="Arial"/>
                <a:ea typeface="Arial"/>
                <a:cs typeface="Arial"/>
              </a:defRPr>
            </a:lvl5pPr>
            <a:lvl6pPr>
              <a:defRPr sz="1425" b="0">
                <a:solidFill>
                  <a:srgbClr val="9CAEBB"/>
                </a:solidFill>
                <a:latin typeface="Arial"/>
                <a:ea typeface="Arial"/>
                <a:cs typeface="Arial"/>
              </a:defRPr>
            </a:lvl6pPr>
            <a:lvl7pPr>
              <a:defRPr sz="1425" b="0">
                <a:solidFill>
                  <a:srgbClr val="9CAEBB"/>
                </a:solidFill>
                <a:latin typeface="Arial"/>
                <a:ea typeface="Arial"/>
                <a:cs typeface="Arial"/>
              </a:defRPr>
            </a:lvl7pPr>
            <a:lvl8pPr>
              <a:defRPr sz="1425" b="0">
                <a:solidFill>
                  <a:srgbClr val="9CAEBB"/>
                </a:solidFill>
                <a:latin typeface="Arial"/>
                <a:ea typeface="Arial"/>
                <a:cs typeface="Arial"/>
              </a:defRPr>
            </a:lvl8pPr>
            <a:lvl9pPr>
              <a:defRPr sz="1425" b="0">
                <a:solidFill>
                  <a:srgbClr val="9CAEBB"/>
                </a:solidFill>
                <a:latin typeface="Arial"/>
                <a:ea typeface="Arial"/>
                <a:cs typeface="Arial"/>
              </a:defRPr>
            </a:lvl9pPr>
          </a:lstStyle>
          <a:p xmlns:a="http://schemas.openxmlformats.org/drawingml/2006/main">
            <a:pPr>
              <a:defRPr sz="1425" b="0">
                <a:solidFill>
                  <a:srgbClr val="9CAEBB"/>
                </a:solidFill>
                <a:latin typeface="Arial"/>
                <a:ea typeface="Arial"/>
                <a:cs typeface="Arial"/>
              </a:defRPr>
            </a:pPr>
            <a:r>
              <a:rPr sz="1425" b="0">
                <a:solidFill>
                  <a:srgbClr val="9CAEBB"/>
                </a:solidFill>
                <a:latin typeface="Arial"/>
                <a:ea typeface="Arial"/>
                <a:cs typeface="Arial"/>
              </a:rPr>
              <a:t>Төмен</a:t>
            </a:r>
          </a:p>
        </p:txBody>
      </p:sp>
      <p:sp>
        <p:nvSpPr>
          <p:cNvPr id="22" name="">
            <a:extLst xmlns:a="http://schemas.openxmlformats.org/drawingml/2006/main">
              <a:ext uri="{FF2B5EF4-FFF2-40B4-BE49-F238E27FC236}">
                <a16:creationId xmlns:a16="http://schemas.microsoft.com/office/drawing/2014/main" id="{6E038F65-9C96-4C1D-8823-4A9C294B33F0}"/>
              </a:ext>
            </a:extLst>
          </p:cNvPr>
          <p:cNvSpPr>
            <a:spLocks xmlns:a="http://schemas.openxmlformats.org/drawingml/2006/main" noGrp="1"/>
          </p:cNvSpPr>
          <p:nvPr/>
        </p:nvSpPr>
        <p:spPr>
          <a:xfrm xmlns:a="http://schemas.openxmlformats.org/drawingml/2006/main">
            <a:off x="3695700" y="2362200"/>
            <a:ext cx="9525" cy="208597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317E21D-E927-48D1-B2C4-F4F4556F1DC2}"/>
              </a:ext>
            </a:extLst>
          </p:cNvPr>
          <p:cNvSpPr>
            <a:spLocks xmlns:a="http://schemas.openxmlformats.org/drawingml/2006/main" noGrp="1"/>
          </p:cNvSpPr>
          <p:nvPr/>
        </p:nvSpPr>
        <p:spPr>
          <a:xfrm xmlns:a="http://schemas.openxmlformats.org/drawingml/2006/main">
            <a:off x="3924300" y="2295525"/>
            <a:ext cx="438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F0F5F5"/>
                </a:solidFill>
                <a:latin typeface="Arial"/>
                <a:ea typeface="Arial"/>
                <a:cs typeface="Arial"/>
              </a:defRPr>
            </a:defPPr>
            <a:lvl1pPr>
              <a:defRPr sz="1875" b="1">
                <a:solidFill>
                  <a:srgbClr val="F0F5F5"/>
                </a:solidFill>
                <a:latin typeface="Arial"/>
                <a:ea typeface="Arial"/>
                <a:cs typeface="Arial"/>
              </a:defRPr>
            </a:lvl1pPr>
            <a:lvl2pPr>
              <a:defRPr sz="1875" b="1">
                <a:solidFill>
                  <a:srgbClr val="F0F5F5"/>
                </a:solidFill>
                <a:latin typeface="Arial"/>
                <a:ea typeface="Arial"/>
                <a:cs typeface="Arial"/>
              </a:defRPr>
            </a:lvl2pPr>
            <a:lvl3pPr>
              <a:defRPr sz="1875" b="1">
                <a:solidFill>
                  <a:srgbClr val="F0F5F5"/>
                </a:solidFill>
                <a:latin typeface="Arial"/>
                <a:ea typeface="Arial"/>
                <a:cs typeface="Arial"/>
              </a:defRPr>
            </a:lvl3pPr>
            <a:lvl4pPr>
              <a:defRPr sz="1875" b="1">
                <a:solidFill>
                  <a:srgbClr val="F0F5F5"/>
                </a:solidFill>
                <a:latin typeface="Arial"/>
                <a:ea typeface="Arial"/>
                <a:cs typeface="Arial"/>
              </a:defRPr>
            </a:lvl4pPr>
            <a:lvl5pPr>
              <a:defRPr sz="1875" b="1">
                <a:solidFill>
                  <a:srgbClr val="F0F5F5"/>
                </a:solidFill>
                <a:latin typeface="Arial"/>
                <a:ea typeface="Arial"/>
                <a:cs typeface="Arial"/>
              </a:defRPr>
            </a:lvl5pPr>
            <a:lvl6pPr>
              <a:defRPr sz="1875" b="1">
                <a:solidFill>
                  <a:srgbClr val="F0F5F5"/>
                </a:solidFill>
                <a:latin typeface="Arial"/>
                <a:ea typeface="Arial"/>
                <a:cs typeface="Arial"/>
              </a:defRPr>
            </a:lvl6pPr>
            <a:lvl7pPr>
              <a:defRPr sz="1875" b="1">
                <a:solidFill>
                  <a:srgbClr val="F0F5F5"/>
                </a:solidFill>
                <a:latin typeface="Arial"/>
                <a:ea typeface="Arial"/>
                <a:cs typeface="Arial"/>
              </a:defRPr>
            </a:lvl7pPr>
            <a:lvl8pPr>
              <a:defRPr sz="1875" b="1">
                <a:solidFill>
                  <a:srgbClr val="F0F5F5"/>
                </a:solidFill>
                <a:latin typeface="Arial"/>
                <a:ea typeface="Arial"/>
                <a:cs typeface="Arial"/>
              </a:defRPr>
            </a:lvl8pPr>
            <a:lvl9pPr>
              <a:defRPr sz="1875" b="1">
                <a:solidFill>
                  <a:srgbClr val="F0F5F5"/>
                </a:solidFill>
                <a:latin typeface="Arial"/>
                <a:ea typeface="Arial"/>
                <a:cs typeface="Arial"/>
              </a:defRPr>
            </a:lvl9pPr>
          </a:lstStyle>
          <a:p xmlns:a="http://schemas.openxmlformats.org/drawingml/2006/main">
            <a:pPr>
              <a:defRPr sz="1875" b="1">
                <a:solidFill>
                  <a:srgbClr val="F0F5F5"/>
                </a:solidFill>
                <a:latin typeface="Arial"/>
                <a:ea typeface="Arial"/>
                <a:cs typeface="Arial"/>
              </a:defRPr>
            </a:pPr>
            <a:r>
              <a:rPr sz="1875" b="1">
                <a:solidFill>
                  <a:srgbClr val="F0F5F5"/>
                </a:solidFill>
                <a:latin typeface="Arial"/>
                <a:ea typeface="Arial"/>
                <a:cs typeface="Arial"/>
              </a:rPr>
              <a:t>Неліктен белгіленді?</a:t>
            </a:r>
          </a:p>
        </p:txBody>
      </p:sp>
      <p:sp>
        <p:nvSpPr>
          <p:cNvPr id="24" name="">
            <a:extLst xmlns:a="http://schemas.openxmlformats.org/drawingml/2006/main">
              <a:ext uri="{FF2B5EF4-FFF2-40B4-BE49-F238E27FC236}">
                <a16:creationId xmlns:a16="http://schemas.microsoft.com/office/drawing/2014/main" id="{F810A775-17B5-418A-BA52-AB4684CC58EA}"/>
              </a:ext>
            </a:extLst>
          </p:cNvPr>
          <p:cNvSpPr>
            <a:spLocks xmlns:a="http://schemas.openxmlformats.org/drawingml/2006/main" noGrp="1"/>
          </p:cNvSpPr>
          <p:nvPr/>
        </p:nvSpPr>
        <p:spPr>
          <a:xfrm xmlns:a="http://schemas.openxmlformats.org/drawingml/2006/main">
            <a:off x="3924300" y="2733675"/>
            <a:ext cx="332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F0F5F5"/>
                </a:solidFill>
                <a:latin typeface="Arial"/>
                <a:ea typeface="Arial"/>
                <a:cs typeface="Arial"/>
              </a:defRPr>
            </a:defPPr>
            <a:lvl1pPr>
              <a:defRPr sz="1725" b="0">
                <a:solidFill>
                  <a:srgbClr val="F0F5F5"/>
                </a:solidFill>
                <a:latin typeface="Arial"/>
                <a:ea typeface="Arial"/>
                <a:cs typeface="Arial"/>
              </a:defRPr>
            </a:lvl1pPr>
            <a:lvl2pPr>
              <a:defRPr sz="1725" b="0">
                <a:solidFill>
                  <a:srgbClr val="F0F5F5"/>
                </a:solidFill>
                <a:latin typeface="Arial"/>
                <a:ea typeface="Arial"/>
                <a:cs typeface="Arial"/>
              </a:defRPr>
            </a:lvl2pPr>
            <a:lvl3pPr>
              <a:defRPr sz="1725" b="0">
                <a:solidFill>
                  <a:srgbClr val="F0F5F5"/>
                </a:solidFill>
                <a:latin typeface="Arial"/>
                <a:ea typeface="Arial"/>
                <a:cs typeface="Arial"/>
              </a:defRPr>
            </a:lvl3pPr>
            <a:lvl4pPr>
              <a:defRPr sz="1725" b="0">
                <a:solidFill>
                  <a:srgbClr val="F0F5F5"/>
                </a:solidFill>
                <a:latin typeface="Arial"/>
                <a:ea typeface="Arial"/>
                <a:cs typeface="Arial"/>
              </a:defRPr>
            </a:lvl4pPr>
            <a:lvl5pPr>
              <a:defRPr sz="1725" b="0">
                <a:solidFill>
                  <a:srgbClr val="F0F5F5"/>
                </a:solidFill>
                <a:latin typeface="Arial"/>
                <a:ea typeface="Arial"/>
                <a:cs typeface="Arial"/>
              </a:defRPr>
            </a:lvl5pPr>
            <a:lvl6pPr>
              <a:defRPr sz="1725" b="0">
                <a:solidFill>
                  <a:srgbClr val="F0F5F5"/>
                </a:solidFill>
                <a:latin typeface="Arial"/>
                <a:ea typeface="Arial"/>
                <a:cs typeface="Arial"/>
              </a:defRPr>
            </a:lvl6pPr>
            <a:lvl7pPr>
              <a:defRPr sz="1725" b="0">
                <a:solidFill>
                  <a:srgbClr val="F0F5F5"/>
                </a:solidFill>
                <a:latin typeface="Arial"/>
                <a:ea typeface="Arial"/>
                <a:cs typeface="Arial"/>
              </a:defRPr>
            </a:lvl7pPr>
            <a:lvl8pPr>
              <a:defRPr sz="1725" b="0">
                <a:solidFill>
                  <a:srgbClr val="F0F5F5"/>
                </a:solidFill>
                <a:latin typeface="Arial"/>
                <a:ea typeface="Arial"/>
                <a:cs typeface="Arial"/>
              </a:defRPr>
            </a:lvl8pPr>
            <a:lvl9pPr>
              <a:defRPr sz="1725" b="0">
                <a:solidFill>
                  <a:srgbClr val="F0F5F5"/>
                </a:solidFill>
                <a:latin typeface="Arial"/>
                <a:ea typeface="Arial"/>
                <a:cs typeface="Arial"/>
              </a:defRPr>
            </a:lvl9pPr>
          </a:lstStyle>
          <a:p xmlns:a="http://schemas.openxmlformats.org/drawingml/2006/main">
            <a:pPr>
              <a:defRPr sz="1725" b="0">
                <a:solidFill>
                  <a:srgbClr val="F0F5F5"/>
                </a:solidFill>
                <a:latin typeface="Arial"/>
                <a:ea typeface="Arial"/>
                <a:cs typeface="Arial"/>
              </a:defRPr>
            </a:pPr>
            <a:r>
              <a:rPr sz="1725" b="0">
                <a:solidFill>
                  <a:srgbClr val="F0F5F5"/>
                </a:solidFill>
                <a:latin typeface="Arial"/>
                <a:ea typeface="Arial"/>
                <a:cs typeface="Arial"/>
              </a:rPr>
              <a:t>Қатысу үшін төлем</a:t>
            </a:r>
          </a:p>
        </p:txBody>
      </p:sp>
      <p:sp>
        <p:nvSpPr>
          <p:cNvPr id="25" name="">
            <a:extLst xmlns:a="http://schemas.openxmlformats.org/drawingml/2006/main">
              <a:ext uri="{FF2B5EF4-FFF2-40B4-BE49-F238E27FC236}">
                <a16:creationId xmlns:a16="http://schemas.microsoft.com/office/drawing/2014/main" id="{BB7E00A2-6C7F-413E-B2CC-5B7882FCA667}"/>
              </a:ext>
            </a:extLst>
          </p:cNvPr>
          <p:cNvSpPr>
            <a:spLocks xmlns:a="http://schemas.openxmlformats.org/drawingml/2006/main" noGrp="1"/>
          </p:cNvSpPr>
          <p:nvPr/>
        </p:nvSpPr>
        <p:spPr>
          <a:xfrm xmlns:a="http://schemas.openxmlformats.org/drawingml/2006/main">
            <a:off x="3924300" y="3095625"/>
            <a:ext cx="4524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8EBBEE"/>
                </a:solidFill>
                <a:latin typeface="Arial"/>
                <a:ea typeface="Arial"/>
                <a:cs typeface="Arial"/>
              </a:defRPr>
            </a:defPPr>
            <a:lvl1pPr>
              <a:defRPr sz="1725" b="0">
                <a:solidFill>
                  <a:srgbClr val="8EBBEE"/>
                </a:solidFill>
                <a:latin typeface="Arial"/>
                <a:ea typeface="Arial"/>
                <a:cs typeface="Arial"/>
              </a:defRPr>
            </a:lvl1pPr>
            <a:lvl2pPr>
              <a:defRPr sz="1725" b="0">
                <a:solidFill>
                  <a:srgbClr val="8EBBEE"/>
                </a:solidFill>
                <a:latin typeface="Arial"/>
                <a:ea typeface="Arial"/>
                <a:cs typeface="Arial"/>
              </a:defRPr>
            </a:lvl2pPr>
            <a:lvl3pPr>
              <a:defRPr sz="1725" b="0">
                <a:solidFill>
                  <a:srgbClr val="8EBBEE"/>
                </a:solidFill>
                <a:latin typeface="Arial"/>
                <a:ea typeface="Arial"/>
                <a:cs typeface="Arial"/>
              </a:defRPr>
            </a:lvl3pPr>
            <a:lvl4pPr>
              <a:defRPr sz="1725" b="0">
                <a:solidFill>
                  <a:srgbClr val="8EBBEE"/>
                </a:solidFill>
                <a:latin typeface="Arial"/>
                <a:ea typeface="Arial"/>
                <a:cs typeface="Arial"/>
              </a:defRPr>
            </a:lvl4pPr>
            <a:lvl5pPr>
              <a:defRPr sz="1725" b="0">
                <a:solidFill>
                  <a:srgbClr val="8EBBEE"/>
                </a:solidFill>
                <a:latin typeface="Arial"/>
                <a:ea typeface="Arial"/>
                <a:cs typeface="Arial"/>
              </a:defRPr>
            </a:lvl5pPr>
            <a:lvl6pPr>
              <a:defRPr sz="1725" b="0">
                <a:solidFill>
                  <a:srgbClr val="8EBBEE"/>
                </a:solidFill>
                <a:latin typeface="Arial"/>
                <a:ea typeface="Arial"/>
                <a:cs typeface="Arial"/>
              </a:defRPr>
            </a:lvl6pPr>
            <a:lvl7pPr>
              <a:defRPr sz="1725" b="0">
                <a:solidFill>
                  <a:srgbClr val="8EBBEE"/>
                </a:solidFill>
                <a:latin typeface="Arial"/>
                <a:ea typeface="Arial"/>
                <a:cs typeface="Arial"/>
              </a:defRPr>
            </a:lvl7pPr>
            <a:lvl8pPr>
              <a:defRPr sz="1725" b="0">
                <a:solidFill>
                  <a:srgbClr val="8EBBEE"/>
                </a:solidFill>
                <a:latin typeface="Arial"/>
                <a:ea typeface="Arial"/>
                <a:cs typeface="Arial"/>
              </a:defRPr>
            </a:lvl8pPr>
            <a:lvl9pPr>
              <a:defRPr sz="1725" b="0">
                <a:solidFill>
                  <a:srgbClr val="8EBBEE"/>
                </a:solidFill>
                <a:latin typeface="Arial"/>
                <a:ea typeface="Arial"/>
                <a:cs typeface="Arial"/>
              </a:defRPr>
            </a:lvl9pPr>
          </a:lstStyle>
          <a:p xmlns:a="http://schemas.openxmlformats.org/drawingml/2006/main">
            <a:pPr>
              <a:defRPr sz="1725" b="0">
                <a:solidFill>
                  <a:srgbClr val="8EBBEE"/>
                </a:solidFill>
                <a:latin typeface="Arial"/>
                <a:ea typeface="Arial"/>
                <a:cs typeface="Arial"/>
              </a:defRPr>
            </a:pPr>
            <a:r>
              <a:rPr sz="1725" b="0">
                <a:solidFill>
                  <a:srgbClr val="8EBBEE"/>
                </a:solidFill>
                <a:latin typeface="Arial"/>
                <a:ea typeface="Arial"/>
                <a:cs typeface="Arial"/>
              </a:rPr>
              <a:t>«Қатысу жарнасы — 5 000 ₸»</a:t>
            </a:r>
          </a:p>
        </p:txBody>
      </p:sp>
      <p:sp>
        <p:nvSpPr>
          <p:cNvPr id="26" name="">
            <a:extLst xmlns:a="http://schemas.openxmlformats.org/drawingml/2006/main">
              <a:ext uri="{FF2B5EF4-FFF2-40B4-BE49-F238E27FC236}">
                <a16:creationId xmlns:a16="http://schemas.microsoft.com/office/drawing/2014/main" id="{15EC5590-EF8B-4DCC-AE46-3522F7417D80}"/>
              </a:ext>
            </a:extLst>
          </p:cNvPr>
          <p:cNvSpPr>
            <a:spLocks xmlns:a="http://schemas.openxmlformats.org/drawingml/2006/main" noGrp="1"/>
          </p:cNvSpPr>
          <p:nvPr/>
        </p:nvSpPr>
        <p:spPr>
          <a:xfrm xmlns:a="http://schemas.openxmlformats.org/drawingml/2006/main">
            <a:off x="3924300" y="3514725"/>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ADBDC7"/>
                </a:solidFill>
                <a:latin typeface="Arial"/>
                <a:ea typeface="Arial"/>
                <a:cs typeface="Arial"/>
              </a:defRPr>
            </a:defPPr>
            <a:lvl1pPr>
              <a:defRPr sz="1500" b="0">
                <a:solidFill>
                  <a:srgbClr val="ADBDC7"/>
                </a:solidFill>
                <a:latin typeface="Arial"/>
                <a:ea typeface="Arial"/>
                <a:cs typeface="Arial"/>
              </a:defRPr>
            </a:lvl1pPr>
            <a:lvl2pPr>
              <a:defRPr sz="1500" b="0">
                <a:solidFill>
                  <a:srgbClr val="ADBDC7"/>
                </a:solidFill>
                <a:latin typeface="Arial"/>
                <a:ea typeface="Arial"/>
                <a:cs typeface="Arial"/>
              </a:defRPr>
            </a:lvl2pPr>
            <a:lvl3pPr>
              <a:defRPr sz="1500" b="0">
                <a:solidFill>
                  <a:srgbClr val="ADBDC7"/>
                </a:solidFill>
                <a:latin typeface="Arial"/>
                <a:ea typeface="Arial"/>
                <a:cs typeface="Arial"/>
              </a:defRPr>
            </a:lvl3pPr>
            <a:lvl4pPr>
              <a:defRPr sz="1500" b="0">
                <a:solidFill>
                  <a:srgbClr val="ADBDC7"/>
                </a:solidFill>
                <a:latin typeface="Arial"/>
                <a:ea typeface="Arial"/>
                <a:cs typeface="Arial"/>
              </a:defRPr>
            </a:lvl4pPr>
            <a:lvl5pPr>
              <a:defRPr sz="1500" b="0">
                <a:solidFill>
                  <a:srgbClr val="ADBDC7"/>
                </a:solidFill>
                <a:latin typeface="Arial"/>
                <a:ea typeface="Arial"/>
                <a:cs typeface="Arial"/>
              </a:defRPr>
            </a:lvl5pPr>
            <a:lvl6pPr>
              <a:defRPr sz="1500" b="0">
                <a:solidFill>
                  <a:srgbClr val="ADBDC7"/>
                </a:solidFill>
                <a:latin typeface="Arial"/>
                <a:ea typeface="Arial"/>
                <a:cs typeface="Arial"/>
              </a:defRPr>
            </a:lvl6pPr>
            <a:lvl7pPr>
              <a:defRPr sz="1500" b="0">
                <a:solidFill>
                  <a:srgbClr val="ADBDC7"/>
                </a:solidFill>
                <a:latin typeface="Arial"/>
                <a:ea typeface="Arial"/>
                <a:cs typeface="Arial"/>
              </a:defRPr>
            </a:lvl7pPr>
            <a:lvl8pPr>
              <a:defRPr sz="1500" b="0">
                <a:solidFill>
                  <a:srgbClr val="ADBDC7"/>
                </a:solidFill>
                <a:latin typeface="Arial"/>
                <a:ea typeface="Arial"/>
                <a:cs typeface="Arial"/>
              </a:defRPr>
            </a:lvl8pPr>
            <a:lvl9pPr>
              <a:defRPr sz="1500" b="0">
                <a:solidFill>
                  <a:srgbClr val="ADBDC7"/>
                </a:solidFill>
                <a:latin typeface="Arial"/>
                <a:ea typeface="Arial"/>
                <a:cs typeface="Arial"/>
              </a:defRPr>
            </a:lvl9pPr>
          </a:lstStyle>
          <a:p xmlns:a="http://schemas.openxmlformats.org/drawingml/2006/main">
            <a:pPr>
              <a:defRPr sz="1500" b="0">
                <a:solidFill>
                  <a:srgbClr val="ADBDC7"/>
                </a:solidFill>
                <a:latin typeface="Arial"/>
                <a:ea typeface="Arial"/>
                <a:cs typeface="Arial"/>
              </a:defRPr>
            </a:pPr>
            <a:r>
              <a:rPr sz="1500" b="0">
                <a:solidFill>
                  <a:srgbClr val="ADBDC7"/>
                </a:solidFill>
                <a:latin typeface="Arial"/>
                <a:ea typeface="Arial"/>
                <a:cs typeface="Arial"/>
              </a:rPr>
              <a:t>Кездейсоқ жеңімпаз · Ұйымдастырушы табысы</a:t>
            </a:r>
          </a:p>
        </p:txBody>
      </p:sp>
      <p:sp>
        <p:nvSpPr>
          <p:cNvPr id="27" name="">
            <a:extLst xmlns:a="http://schemas.openxmlformats.org/drawingml/2006/main">
              <a:ext uri="{FF2B5EF4-FFF2-40B4-BE49-F238E27FC236}">
                <a16:creationId xmlns:a16="http://schemas.microsoft.com/office/drawing/2014/main" id="{4A267D55-9E79-4BBA-ACB7-9A292BB037E1}"/>
              </a:ext>
            </a:extLst>
          </p:cNvPr>
          <p:cNvSpPr>
            <a:spLocks xmlns:a="http://schemas.openxmlformats.org/drawingml/2006/main" noGrp="1"/>
          </p:cNvSpPr>
          <p:nvPr/>
        </p:nvSpPr>
        <p:spPr>
          <a:xfrm xmlns:a="http://schemas.openxmlformats.org/drawingml/2006/main">
            <a:off x="8915400" y="2295525"/>
            <a:ext cx="259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Аналитик әрекеті</a:t>
            </a:r>
          </a:p>
        </p:txBody>
      </p:sp>
      <p:sp>
        <p:nvSpPr>
          <p:cNvPr id="28" name="">
            <a:extLst xmlns:a="http://schemas.openxmlformats.org/drawingml/2006/main">
              <a:ext uri="{FF2B5EF4-FFF2-40B4-BE49-F238E27FC236}">
                <a16:creationId xmlns:a16="http://schemas.microsoft.com/office/drawing/2014/main" id="{939ABDCC-CA13-430B-A4A8-75DBB99FCA5C}"/>
              </a:ext>
            </a:extLst>
          </p:cNvPr>
          <p:cNvSpPr>
            <a:spLocks xmlns:a="http://schemas.openxmlformats.org/drawingml/2006/main" noGrp="1"/>
          </p:cNvSpPr>
          <p:nvPr/>
        </p:nvSpPr>
        <p:spPr>
          <a:xfrm xmlns:a="http://schemas.openxmlformats.org/drawingml/2006/main">
            <a:off x="8877300" y="2762250"/>
            <a:ext cx="2552700" cy="409575"/>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E5EDD14-4792-41A6-B5B7-2205F75ED9CF}"/>
              </a:ext>
            </a:extLst>
          </p:cNvPr>
          <p:cNvSpPr>
            <a:spLocks xmlns:a="http://schemas.openxmlformats.org/drawingml/2006/main" noGrp="1"/>
          </p:cNvSpPr>
          <p:nvPr/>
        </p:nvSpPr>
        <p:spPr>
          <a:xfrm xmlns:a="http://schemas.openxmlformats.org/drawingml/2006/main">
            <a:off x="8972550" y="280035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10171D"/>
                </a:solidFill>
                <a:latin typeface="Arial"/>
                <a:ea typeface="Arial"/>
                <a:cs typeface="Arial"/>
              </a:defRPr>
            </a:defPPr>
            <a:lvl1pPr>
              <a:defRPr sz="1725" b="1">
                <a:solidFill>
                  <a:srgbClr val="10171D"/>
                </a:solidFill>
                <a:latin typeface="Arial"/>
                <a:ea typeface="Arial"/>
                <a:cs typeface="Arial"/>
              </a:defRPr>
            </a:lvl1pPr>
            <a:lvl2pPr>
              <a:defRPr sz="1725" b="1">
                <a:solidFill>
                  <a:srgbClr val="10171D"/>
                </a:solidFill>
                <a:latin typeface="Arial"/>
                <a:ea typeface="Arial"/>
                <a:cs typeface="Arial"/>
              </a:defRPr>
            </a:lvl2pPr>
            <a:lvl3pPr>
              <a:defRPr sz="1725" b="1">
                <a:solidFill>
                  <a:srgbClr val="10171D"/>
                </a:solidFill>
                <a:latin typeface="Arial"/>
                <a:ea typeface="Arial"/>
                <a:cs typeface="Arial"/>
              </a:defRPr>
            </a:lvl3pPr>
            <a:lvl4pPr>
              <a:defRPr sz="1725" b="1">
                <a:solidFill>
                  <a:srgbClr val="10171D"/>
                </a:solidFill>
                <a:latin typeface="Arial"/>
                <a:ea typeface="Arial"/>
                <a:cs typeface="Arial"/>
              </a:defRPr>
            </a:lvl4pPr>
            <a:lvl5pPr>
              <a:defRPr sz="1725" b="1">
                <a:solidFill>
                  <a:srgbClr val="10171D"/>
                </a:solidFill>
                <a:latin typeface="Arial"/>
                <a:ea typeface="Arial"/>
                <a:cs typeface="Arial"/>
              </a:defRPr>
            </a:lvl5pPr>
            <a:lvl6pPr>
              <a:defRPr sz="1725" b="1">
                <a:solidFill>
                  <a:srgbClr val="10171D"/>
                </a:solidFill>
                <a:latin typeface="Arial"/>
                <a:ea typeface="Arial"/>
                <a:cs typeface="Arial"/>
              </a:defRPr>
            </a:lvl6pPr>
            <a:lvl7pPr>
              <a:defRPr sz="1725" b="1">
                <a:solidFill>
                  <a:srgbClr val="10171D"/>
                </a:solidFill>
                <a:latin typeface="Arial"/>
                <a:ea typeface="Arial"/>
                <a:cs typeface="Arial"/>
              </a:defRPr>
            </a:lvl7pPr>
            <a:lvl8pPr>
              <a:defRPr sz="1725" b="1">
                <a:solidFill>
                  <a:srgbClr val="10171D"/>
                </a:solidFill>
                <a:latin typeface="Arial"/>
                <a:ea typeface="Arial"/>
                <a:cs typeface="Arial"/>
              </a:defRPr>
            </a:lvl8pPr>
            <a:lvl9pPr>
              <a:defRPr sz="1725" b="1">
                <a:solidFill>
                  <a:srgbClr val="10171D"/>
                </a:solidFill>
                <a:latin typeface="Arial"/>
                <a:ea typeface="Arial"/>
                <a:cs typeface="Arial"/>
              </a:defRPr>
            </a:lvl9pPr>
          </a:lstStyle>
          <a:p xmlns:a="http://schemas.openxmlformats.org/drawingml/2006/main">
            <a:pPr>
              <a:defRPr sz="1725" b="1">
                <a:solidFill>
                  <a:srgbClr val="10171D"/>
                </a:solidFill>
                <a:latin typeface="Arial"/>
                <a:ea typeface="Arial"/>
                <a:cs typeface="Arial"/>
              </a:defRPr>
            </a:pPr>
            <a:r>
              <a:rPr sz="1725" b="1">
                <a:solidFill>
                  <a:srgbClr val="10171D"/>
                </a:solidFill>
                <a:latin typeface="Arial"/>
                <a:ea typeface="Arial"/>
                <a:cs typeface="Arial"/>
              </a:rPr>
              <a:t>Белгілерді растау</a:t>
            </a:r>
          </a:p>
        </p:txBody>
      </p:sp>
      <p:sp>
        <p:nvSpPr>
          <p:cNvPr id="30" name="">
            <a:extLst xmlns:a="http://schemas.openxmlformats.org/drawingml/2006/main">
              <a:ext uri="{FF2B5EF4-FFF2-40B4-BE49-F238E27FC236}">
                <a16:creationId xmlns:a16="http://schemas.microsoft.com/office/drawing/2014/main" id="{C0C922C0-3043-426F-9C87-BACAB163D07A}"/>
              </a:ext>
            </a:extLst>
          </p:cNvPr>
          <p:cNvSpPr>
            <a:spLocks xmlns:a="http://schemas.openxmlformats.org/drawingml/2006/main" noGrp="1"/>
          </p:cNvSpPr>
          <p:nvPr/>
        </p:nvSpPr>
        <p:spPr>
          <a:xfrm xmlns:a="http://schemas.openxmlformats.org/drawingml/2006/main">
            <a:off x="8877300" y="3276600"/>
            <a:ext cx="2552700" cy="409575"/>
          </a:xfrm>
          <a:prstGeom xmlns:a="http://schemas.openxmlformats.org/drawingml/2006/main" prst="rect">
            <a:avLst/>
          </a:prstGeom>
          <a:solidFill xmlns:a="http://schemas.openxmlformats.org/drawingml/2006/main">
            <a:srgbClr val="10171D"/>
          </a:solidFill>
          <a:ln xmlns:a="http://schemas.openxmlformats.org/drawingml/2006/main" w="9525">
            <a:solidFill>
              <a:srgbClr val="34444E"/>
            </a:solidFill>
          </a:ln>
        </p:spPr>
      </p:sp>
      <p:sp>
        <p:nvSpPr>
          <p:cNvPr id="31" name="">
            <a:extLst xmlns:a="http://schemas.openxmlformats.org/drawingml/2006/main">
              <a:ext uri="{FF2B5EF4-FFF2-40B4-BE49-F238E27FC236}">
                <a16:creationId xmlns:a16="http://schemas.microsoft.com/office/drawing/2014/main" id="{1340F29C-54DE-45E6-A15A-2494DA5639EF}"/>
              </a:ext>
            </a:extLst>
          </p:cNvPr>
          <p:cNvSpPr>
            <a:spLocks xmlns:a="http://schemas.openxmlformats.org/drawingml/2006/main" noGrp="1"/>
          </p:cNvSpPr>
          <p:nvPr/>
        </p:nvSpPr>
        <p:spPr>
          <a:xfrm xmlns:a="http://schemas.openxmlformats.org/drawingml/2006/main">
            <a:off x="8972550" y="33147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F0F5F5"/>
                </a:solidFill>
                <a:latin typeface="Arial"/>
                <a:ea typeface="Arial"/>
                <a:cs typeface="Arial"/>
              </a:defRPr>
            </a:defPPr>
            <a:lvl1pPr>
              <a:defRPr sz="1725" b="0">
                <a:solidFill>
                  <a:srgbClr val="F0F5F5"/>
                </a:solidFill>
                <a:latin typeface="Arial"/>
                <a:ea typeface="Arial"/>
                <a:cs typeface="Arial"/>
              </a:defRPr>
            </a:lvl1pPr>
            <a:lvl2pPr>
              <a:defRPr sz="1725" b="0">
                <a:solidFill>
                  <a:srgbClr val="F0F5F5"/>
                </a:solidFill>
                <a:latin typeface="Arial"/>
                <a:ea typeface="Arial"/>
                <a:cs typeface="Arial"/>
              </a:defRPr>
            </a:lvl2pPr>
            <a:lvl3pPr>
              <a:defRPr sz="1725" b="0">
                <a:solidFill>
                  <a:srgbClr val="F0F5F5"/>
                </a:solidFill>
                <a:latin typeface="Arial"/>
                <a:ea typeface="Arial"/>
                <a:cs typeface="Arial"/>
              </a:defRPr>
            </a:lvl3pPr>
            <a:lvl4pPr>
              <a:defRPr sz="1725" b="0">
                <a:solidFill>
                  <a:srgbClr val="F0F5F5"/>
                </a:solidFill>
                <a:latin typeface="Arial"/>
                <a:ea typeface="Arial"/>
                <a:cs typeface="Arial"/>
              </a:defRPr>
            </a:lvl4pPr>
            <a:lvl5pPr>
              <a:defRPr sz="1725" b="0">
                <a:solidFill>
                  <a:srgbClr val="F0F5F5"/>
                </a:solidFill>
                <a:latin typeface="Arial"/>
                <a:ea typeface="Arial"/>
                <a:cs typeface="Arial"/>
              </a:defRPr>
            </a:lvl5pPr>
            <a:lvl6pPr>
              <a:defRPr sz="1725" b="0">
                <a:solidFill>
                  <a:srgbClr val="F0F5F5"/>
                </a:solidFill>
                <a:latin typeface="Arial"/>
                <a:ea typeface="Arial"/>
                <a:cs typeface="Arial"/>
              </a:defRPr>
            </a:lvl6pPr>
            <a:lvl7pPr>
              <a:defRPr sz="1725" b="0">
                <a:solidFill>
                  <a:srgbClr val="F0F5F5"/>
                </a:solidFill>
                <a:latin typeface="Arial"/>
                <a:ea typeface="Arial"/>
                <a:cs typeface="Arial"/>
              </a:defRPr>
            </a:lvl7pPr>
            <a:lvl8pPr>
              <a:defRPr sz="1725" b="0">
                <a:solidFill>
                  <a:srgbClr val="F0F5F5"/>
                </a:solidFill>
                <a:latin typeface="Arial"/>
                <a:ea typeface="Arial"/>
                <a:cs typeface="Arial"/>
              </a:defRPr>
            </a:lvl8pPr>
            <a:lvl9pPr>
              <a:defRPr sz="1725" b="0">
                <a:solidFill>
                  <a:srgbClr val="F0F5F5"/>
                </a:solidFill>
                <a:latin typeface="Arial"/>
                <a:ea typeface="Arial"/>
                <a:cs typeface="Arial"/>
              </a:defRPr>
            </a:lvl9pPr>
          </a:lstStyle>
          <a:p xmlns:a="http://schemas.openxmlformats.org/drawingml/2006/main">
            <a:pPr>
              <a:defRPr sz="1725" b="0">
                <a:solidFill>
                  <a:srgbClr val="F0F5F5"/>
                </a:solidFill>
                <a:latin typeface="Arial"/>
                <a:ea typeface="Arial"/>
                <a:cs typeface="Arial"/>
              </a:defRPr>
            </a:pPr>
            <a:r>
              <a:rPr sz="1725" b="0">
                <a:solidFill>
                  <a:srgbClr val="F0F5F5"/>
                </a:solidFill>
                <a:latin typeface="Arial"/>
                <a:ea typeface="Arial"/>
                <a:cs typeface="Arial"/>
              </a:rPr>
              <a:t>Жалған дабыл</a:t>
            </a:r>
          </a:p>
        </p:txBody>
      </p:sp>
      <p:sp>
        <p:nvSpPr>
          <p:cNvPr id="32" name="">
            <a:extLst xmlns:a="http://schemas.openxmlformats.org/drawingml/2006/main">
              <a:ext uri="{FF2B5EF4-FFF2-40B4-BE49-F238E27FC236}">
                <a16:creationId xmlns:a16="http://schemas.microsoft.com/office/drawing/2014/main" id="{AF19B666-0DBD-4F74-8354-985520F97CC6}"/>
              </a:ext>
            </a:extLst>
          </p:cNvPr>
          <p:cNvSpPr>
            <a:spLocks xmlns:a="http://schemas.openxmlformats.org/drawingml/2006/main" noGrp="1"/>
          </p:cNvSpPr>
          <p:nvPr/>
        </p:nvSpPr>
        <p:spPr>
          <a:xfrm xmlns:a="http://schemas.openxmlformats.org/drawingml/2006/main">
            <a:off x="8877300" y="3790950"/>
            <a:ext cx="2552700" cy="409575"/>
          </a:xfrm>
          <a:prstGeom xmlns:a="http://schemas.openxmlformats.org/drawingml/2006/main" prst="rect">
            <a:avLst/>
          </a:prstGeom>
          <a:solidFill xmlns:a="http://schemas.openxmlformats.org/drawingml/2006/main">
            <a:srgbClr val="10171D"/>
          </a:solidFill>
          <a:ln xmlns:a="http://schemas.openxmlformats.org/drawingml/2006/main" w="9525">
            <a:solidFill>
              <a:srgbClr val="34444E"/>
            </a:solidFill>
          </a:ln>
        </p:spPr>
      </p:sp>
      <p:sp>
        <p:nvSpPr>
          <p:cNvPr id="33" name="">
            <a:extLst xmlns:a="http://schemas.openxmlformats.org/drawingml/2006/main">
              <a:ext uri="{FF2B5EF4-FFF2-40B4-BE49-F238E27FC236}">
                <a16:creationId xmlns:a16="http://schemas.microsoft.com/office/drawing/2014/main" id="{1D51EE5E-DA90-412F-B685-A000A4FDB8BA}"/>
              </a:ext>
            </a:extLst>
          </p:cNvPr>
          <p:cNvSpPr>
            <a:spLocks xmlns:a="http://schemas.openxmlformats.org/drawingml/2006/main" noGrp="1"/>
          </p:cNvSpPr>
          <p:nvPr/>
        </p:nvSpPr>
        <p:spPr>
          <a:xfrm xmlns:a="http://schemas.openxmlformats.org/drawingml/2006/main">
            <a:off x="8972550" y="382905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F0F5F5"/>
                </a:solidFill>
                <a:latin typeface="Arial"/>
                <a:ea typeface="Arial"/>
                <a:cs typeface="Arial"/>
              </a:defRPr>
            </a:defPPr>
            <a:lvl1pPr>
              <a:defRPr sz="1725" b="0">
                <a:solidFill>
                  <a:srgbClr val="F0F5F5"/>
                </a:solidFill>
                <a:latin typeface="Arial"/>
                <a:ea typeface="Arial"/>
                <a:cs typeface="Arial"/>
              </a:defRPr>
            </a:lvl1pPr>
            <a:lvl2pPr>
              <a:defRPr sz="1725" b="0">
                <a:solidFill>
                  <a:srgbClr val="F0F5F5"/>
                </a:solidFill>
                <a:latin typeface="Arial"/>
                <a:ea typeface="Arial"/>
                <a:cs typeface="Arial"/>
              </a:defRPr>
            </a:lvl2pPr>
            <a:lvl3pPr>
              <a:defRPr sz="1725" b="0">
                <a:solidFill>
                  <a:srgbClr val="F0F5F5"/>
                </a:solidFill>
                <a:latin typeface="Arial"/>
                <a:ea typeface="Arial"/>
                <a:cs typeface="Arial"/>
              </a:defRPr>
            </a:lvl3pPr>
            <a:lvl4pPr>
              <a:defRPr sz="1725" b="0">
                <a:solidFill>
                  <a:srgbClr val="F0F5F5"/>
                </a:solidFill>
                <a:latin typeface="Arial"/>
                <a:ea typeface="Arial"/>
                <a:cs typeface="Arial"/>
              </a:defRPr>
            </a:lvl4pPr>
            <a:lvl5pPr>
              <a:defRPr sz="1725" b="0">
                <a:solidFill>
                  <a:srgbClr val="F0F5F5"/>
                </a:solidFill>
                <a:latin typeface="Arial"/>
                <a:ea typeface="Arial"/>
                <a:cs typeface="Arial"/>
              </a:defRPr>
            </a:lvl5pPr>
            <a:lvl6pPr>
              <a:defRPr sz="1725" b="0">
                <a:solidFill>
                  <a:srgbClr val="F0F5F5"/>
                </a:solidFill>
                <a:latin typeface="Arial"/>
                <a:ea typeface="Arial"/>
                <a:cs typeface="Arial"/>
              </a:defRPr>
            </a:lvl6pPr>
            <a:lvl7pPr>
              <a:defRPr sz="1725" b="0">
                <a:solidFill>
                  <a:srgbClr val="F0F5F5"/>
                </a:solidFill>
                <a:latin typeface="Arial"/>
                <a:ea typeface="Arial"/>
                <a:cs typeface="Arial"/>
              </a:defRPr>
            </a:lvl7pPr>
            <a:lvl8pPr>
              <a:defRPr sz="1725" b="0">
                <a:solidFill>
                  <a:srgbClr val="F0F5F5"/>
                </a:solidFill>
                <a:latin typeface="Arial"/>
                <a:ea typeface="Arial"/>
                <a:cs typeface="Arial"/>
              </a:defRPr>
            </a:lvl8pPr>
            <a:lvl9pPr>
              <a:defRPr sz="1725" b="0">
                <a:solidFill>
                  <a:srgbClr val="F0F5F5"/>
                </a:solidFill>
                <a:latin typeface="Arial"/>
                <a:ea typeface="Arial"/>
                <a:cs typeface="Arial"/>
              </a:defRPr>
            </a:lvl9pPr>
          </a:lstStyle>
          <a:p xmlns:a="http://schemas.openxmlformats.org/drawingml/2006/main">
            <a:pPr>
              <a:defRPr sz="1725" b="0">
                <a:solidFill>
                  <a:srgbClr val="F0F5F5"/>
                </a:solidFill>
                <a:latin typeface="Arial"/>
                <a:ea typeface="Arial"/>
                <a:cs typeface="Arial"/>
              </a:defRPr>
            </a:pPr>
            <a:r>
              <a:rPr sz="1725" b="0">
                <a:solidFill>
                  <a:srgbClr val="F0F5F5"/>
                </a:solidFill>
                <a:latin typeface="Arial"/>
                <a:ea typeface="Arial"/>
                <a:cs typeface="Arial"/>
              </a:rPr>
              <a:t>Қосымша тексеру</a:t>
            </a:r>
          </a:p>
        </p:txBody>
      </p:sp>
      <p:sp>
        <p:nvSpPr>
          <p:cNvPr id="34" name="">
            <a:extLst xmlns:a="http://schemas.openxmlformats.org/drawingml/2006/main">
              <a:ext uri="{FF2B5EF4-FFF2-40B4-BE49-F238E27FC236}">
                <a16:creationId xmlns:a16="http://schemas.microsoft.com/office/drawing/2014/main" id="{456E9F2A-7630-4FA0-B879-0B80C113DD9E}"/>
              </a:ext>
            </a:extLst>
          </p:cNvPr>
          <p:cNvSpPr>
            <a:spLocks xmlns:a="http://schemas.openxmlformats.org/drawingml/2006/main" noGrp="1"/>
          </p:cNvSpPr>
          <p:nvPr/>
        </p:nvSpPr>
        <p:spPr>
          <a:xfrm xmlns:a="http://schemas.openxmlformats.org/drawingml/2006/main">
            <a:off x="3924300" y="4238625"/>
            <a:ext cx="4629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ADBDC7"/>
                </a:solidFill>
                <a:latin typeface="Arial"/>
                <a:ea typeface="Arial"/>
                <a:cs typeface="Arial"/>
              </a:defRPr>
            </a:defPPr>
            <a:lvl1pPr>
              <a:defRPr sz="1350" b="0">
                <a:solidFill>
                  <a:srgbClr val="ADBDC7"/>
                </a:solidFill>
                <a:latin typeface="Arial"/>
                <a:ea typeface="Arial"/>
                <a:cs typeface="Arial"/>
              </a:defRPr>
            </a:lvl1pPr>
            <a:lvl2pPr>
              <a:defRPr sz="1350" b="0">
                <a:solidFill>
                  <a:srgbClr val="ADBDC7"/>
                </a:solidFill>
                <a:latin typeface="Arial"/>
                <a:ea typeface="Arial"/>
                <a:cs typeface="Arial"/>
              </a:defRPr>
            </a:lvl2pPr>
            <a:lvl3pPr>
              <a:defRPr sz="1350" b="0">
                <a:solidFill>
                  <a:srgbClr val="ADBDC7"/>
                </a:solidFill>
                <a:latin typeface="Arial"/>
                <a:ea typeface="Arial"/>
                <a:cs typeface="Arial"/>
              </a:defRPr>
            </a:lvl3pPr>
            <a:lvl4pPr>
              <a:defRPr sz="1350" b="0">
                <a:solidFill>
                  <a:srgbClr val="ADBDC7"/>
                </a:solidFill>
                <a:latin typeface="Arial"/>
                <a:ea typeface="Arial"/>
                <a:cs typeface="Arial"/>
              </a:defRPr>
            </a:lvl4pPr>
            <a:lvl5pPr>
              <a:defRPr sz="1350" b="0">
                <a:solidFill>
                  <a:srgbClr val="ADBDC7"/>
                </a:solidFill>
                <a:latin typeface="Arial"/>
                <a:ea typeface="Arial"/>
                <a:cs typeface="Arial"/>
              </a:defRPr>
            </a:lvl5pPr>
            <a:lvl6pPr>
              <a:defRPr sz="1350" b="0">
                <a:solidFill>
                  <a:srgbClr val="ADBDC7"/>
                </a:solidFill>
                <a:latin typeface="Arial"/>
                <a:ea typeface="Arial"/>
                <a:cs typeface="Arial"/>
              </a:defRPr>
            </a:lvl6pPr>
            <a:lvl7pPr>
              <a:defRPr sz="1350" b="0">
                <a:solidFill>
                  <a:srgbClr val="ADBDC7"/>
                </a:solidFill>
                <a:latin typeface="Arial"/>
                <a:ea typeface="Arial"/>
                <a:cs typeface="Arial"/>
              </a:defRPr>
            </a:lvl7pPr>
            <a:lvl8pPr>
              <a:defRPr sz="1350" b="0">
                <a:solidFill>
                  <a:srgbClr val="ADBDC7"/>
                </a:solidFill>
                <a:latin typeface="Arial"/>
                <a:ea typeface="Arial"/>
                <a:cs typeface="Arial"/>
              </a:defRPr>
            </a:lvl8pPr>
            <a:lvl9pPr>
              <a:defRPr sz="1350" b="0">
                <a:solidFill>
                  <a:srgbClr val="ADBDC7"/>
                </a:solidFill>
                <a:latin typeface="Arial"/>
                <a:ea typeface="Arial"/>
                <a:cs typeface="Arial"/>
              </a:defRPr>
            </a:lvl9pPr>
          </a:lstStyle>
          <a:p xmlns:a="http://schemas.openxmlformats.org/drawingml/2006/main">
            <a:pPr>
              <a:defRPr sz="1350" b="0">
                <a:solidFill>
                  <a:srgbClr val="ADBDC7"/>
                </a:solidFill>
                <a:latin typeface="Arial"/>
                <a:ea typeface="Arial"/>
                <a:cs typeface="Arial"/>
              </a:defRPr>
            </a:pPr>
            <a:r>
              <a:rPr sz="1350" b="0">
                <a:solidFill>
                  <a:srgbClr val="ADBDC7"/>
                </a:solidFill>
                <a:latin typeface="Arial"/>
                <a:ea typeface="Arial"/>
                <a:cs typeface="Arial"/>
              </a:rPr>
              <a:t>Демонстрациялық мысал · Интерфейс макеті</a:t>
            </a:r>
          </a:p>
        </p:txBody>
      </p:sp>
      <p:sp>
        <p:nvSpPr>
          <p:cNvPr id="35" name="">
            <a:extLst xmlns:a="http://schemas.openxmlformats.org/drawingml/2006/main">
              <a:ext uri="{FF2B5EF4-FFF2-40B4-BE49-F238E27FC236}">
                <a16:creationId xmlns:a16="http://schemas.microsoft.com/office/drawing/2014/main" id="{E9C3A1B4-6656-409C-AC03-5C24A11A9EA9}"/>
              </a:ext>
            </a:extLst>
          </p:cNvPr>
          <p:cNvSpPr>
            <a:spLocks xmlns:a="http://schemas.openxmlformats.org/drawingml/2006/main" noGrp="1"/>
          </p:cNvSpPr>
          <p:nvPr/>
        </p:nvSpPr>
        <p:spPr>
          <a:xfrm xmlns:a="http://schemas.openxmlformats.org/drawingml/2006/main">
            <a:off x="533400" y="48101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Өлшенген нәтиже</a:t>
            </a:r>
          </a:p>
        </p:txBody>
      </p:sp>
      <p:sp>
        <p:nvSpPr>
          <p:cNvPr id="36" name="">
            <a:extLst xmlns:a="http://schemas.openxmlformats.org/drawingml/2006/main">
              <a:ext uri="{FF2B5EF4-FFF2-40B4-BE49-F238E27FC236}">
                <a16:creationId xmlns:a16="http://schemas.microsoft.com/office/drawing/2014/main" id="{574F1D04-D2F5-4E11-AE41-E51FEC4DD6DD}"/>
              </a:ext>
            </a:extLst>
          </p:cNvPr>
          <p:cNvSpPr>
            <a:spLocks xmlns:a="http://schemas.openxmlformats.org/drawingml/2006/main" noGrp="1"/>
          </p:cNvSpPr>
          <p:nvPr/>
        </p:nvSpPr>
        <p:spPr>
          <a:xfrm xmlns:a="http://schemas.openxmlformats.org/drawingml/2006/main">
            <a:off x="3695700" y="4829175"/>
            <a:ext cx="800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ADBDC7"/>
                </a:solidFill>
                <a:latin typeface="Arial"/>
                <a:ea typeface="Arial"/>
                <a:cs typeface="Arial"/>
              </a:defRPr>
            </a:defPPr>
            <a:lvl1pPr>
              <a:defRPr sz="1500" b="0">
                <a:solidFill>
                  <a:srgbClr val="ADBDC7"/>
                </a:solidFill>
                <a:latin typeface="Arial"/>
                <a:ea typeface="Arial"/>
                <a:cs typeface="Arial"/>
              </a:defRPr>
            </a:lvl1pPr>
            <a:lvl2pPr>
              <a:defRPr sz="1500" b="0">
                <a:solidFill>
                  <a:srgbClr val="ADBDC7"/>
                </a:solidFill>
                <a:latin typeface="Arial"/>
                <a:ea typeface="Arial"/>
                <a:cs typeface="Arial"/>
              </a:defRPr>
            </a:lvl2pPr>
            <a:lvl3pPr>
              <a:defRPr sz="1500" b="0">
                <a:solidFill>
                  <a:srgbClr val="ADBDC7"/>
                </a:solidFill>
                <a:latin typeface="Arial"/>
                <a:ea typeface="Arial"/>
                <a:cs typeface="Arial"/>
              </a:defRPr>
            </a:lvl3pPr>
            <a:lvl4pPr>
              <a:defRPr sz="1500" b="0">
                <a:solidFill>
                  <a:srgbClr val="ADBDC7"/>
                </a:solidFill>
                <a:latin typeface="Arial"/>
                <a:ea typeface="Arial"/>
                <a:cs typeface="Arial"/>
              </a:defRPr>
            </a:lvl4pPr>
            <a:lvl5pPr>
              <a:defRPr sz="1500" b="0">
                <a:solidFill>
                  <a:srgbClr val="ADBDC7"/>
                </a:solidFill>
                <a:latin typeface="Arial"/>
                <a:ea typeface="Arial"/>
                <a:cs typeface="Arial"/>
              </a:defRPr>
            </a:lvl5pPr>
            <a:lvl6pPr>
              <a:defRPr sz="1500" b="0">
                <a:solidFill>
                  <a:srgbClr val="ADBDC7"/>
                </a:solidFill>
                <a:latin typeface="Arial"/>
                <a:ea typeface="Arial"/>
                <a:cs typeface="Arial"/>
              </a:defRPr>
            </a:lvl6pPr>
            <a:lvl7pPr>
              <a:defRPr sz="1500" b="0">
                <a:solidFill>
                  <a:srgbClr val="ADBDC7"/>
                </a:solidFill>
                <a:latin typeface="Arial"/>
                <a:ea typeface="Arial"/>
                <a:cs typeface="Arial"/>
              </a:defRPr>
            </a:lvl7pPr>
            <a:lvl8pPr>
              <a:defRPr sz="1500" b="0">
                <a:solidFill>
                  <a:srgbClr val="ADBDC7"/>
                </a:solidFill>
                <a:latin typeface="Arial"/>
                <a:ea typeface="Arial"/>
                <a:cs typeface="Arial"/>
              </a:defRPr>
            </a:lvl8pPr>
            <a:lvl9pPr>
              <a:defRPr sz="1500" b="0">
                <a:solidFill>
                  <a:srgbClr val="ADBDC7"/>
                </a:solidFill>
                <a:latin typeface="Arial"/>
                <a:ea typeface="Arial"/>
                <a:cs typeface="Arial"/>
              </a:defRPr>
            </a:lvl9pPr>
          </a:lstStyle>
          <a:p xmlns:a="http://schemas.openxmlformats.org/drawingml/2006/main">
            <a:pPr>
              <a:defRPr sz="1500" b="0">
                <a:solidFill>
                  <a:srgbClr val="ADBDC7"/>
                </a:solidFill>
                <a:latin typeface="Arial"/>
                <a:ea typeface="Arial"/>
                <a:cs typeface="Arial"/>
              </a:defRPr>
            </a:pPr>
            <a:r>
              <a:rPr sz="1500" b="0">
                <a:solidFill>
                  <a:srgbClr val="ADBDC7"/>
                </a:solidFill>
                <a:latin typeface="Arial"/>
                <a:ea typeface="Arial"/>
                <a:cs typeface="Arial"/>
              </a:rPr>
              <a:t>240 синтетикалық материал · Қайталама тексеру · Шек: 45 балл</a:t>
            </a:r>
          </a:p>
        </p:txBody>
      </p:sp>
      <p:sp>
        <p:nvSpPr>
          <p:cNvPr id="37" name="">
            <a:extLst xmlns:a="http://schemas.openxmlformats.org/drawingml/2006/main">
              <a:ext uri="{FF2B5EF4-FFF2-40B4-BE49-F238E27FC236}">
                <a16:creationId xmlns:a16="http://schemas.microsoft.com/office/drawing/2014/main" id="{2501DFC7-D901-4F83-91C9-43D091771B47}"/>
              </a:ext>
            </a:extLst>
          </p:cNvPr>
          <p:cNvSpPr>
            <a:spLocks xmlns:a="http://schemas.openxmlformats.org/drawingml/2006/main" noGrp="1"/>
          </p:cNvSpPr>
          <p:nvPr/>
        </p:nvSpPr>
        <p:spPr>
          <a:xfrm xmlns:a="http://schemas.openxmlformats.org/drawingml/2006/main">
            <a:off x="533400" y="52006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ADBDC7"/>
                </a:solidFill>
                <a:latin typeface="Arial"/>
                <a:ea typeface="Arial"/>
                <a:cs typeface="Arial"/>
              </a:defRPr>
            </a:defPPr>
            <a:lvl1pPr>
              <a:defRPr sz="1500" b="0">
                <a:solidFill>
                  <a:srgbClr val="ADBDC7"/>
                </a:solidFill>
                <a:latin typeface="Arial"/>
                <a:ea typeface="Arial"/>
                <a:cs typeface="Arial"/>
              </a:defRPr>
            </a:lvl1pPr>
            <a:lvl2pPr>
              <a:defRPr sz="1500" b="0">
                <a:solidFill>
                  <a:srgbClr val="ADBDC7"/>
                </a:solidFill>
                <a:latin typeface="Arial"/>
                <a:ea typeface="Arial"/>
                <a:cs typeface="Arial"/>
              </a:defRPr>
            </a:lvl2pPr>
            <a:lvl3pPr>
              <a:defRPr sz="1500" b="0">
                <a:solidFill>
                  <a:srgbClr val="ADBDC7"/>
                </a:solidFill>
                <a:latin typeface="Arial"/>
                <a:ea typeface="Arial"/>
                <a:cs typeface="Arial"/>
              </a:defRPr>
            </a:lvl3pPr>
            <a:lvl4pPr>
              <a:defRPr sz="1500" b="0">
                <a:solidFill>
                  <a:srgbClr val="ADBDC7"/>
                </a:solidFill>
                <a:latin typeface="Arial"/>
                <a:ea typeface="Arial"/>
                <a:cs typeface="Arial"/>
              </a:defRPr>
            </a:lvl4pPr>
            <a:lvl5pPr>
              <a:defRPr sz="1500" b="0">
                <a:solidFill>
                  <a:srgbClr val="ADBDC7"/>
                </a:solidFill>
                <a:latin typeface="Arial"/>
                <a:ea typeface="Arial"/>
                <a:cs typeface="Arial"/>
              </a:defRPr>
            </a:lvl5pPr>
            <a:lvl6pPr>
              <a:defRPr sz="1500" b="0">
                <a:solidFill>
                  <a:srgbClr val="ADBDC7"/>
                </a:solidFill>
                <a:latin typeface="Arial"/>
                <a:ea typeface="Arial"/>
                <a:cs typeface="Arial"/>
              </a:defRPr>
            </a:lvl6pPr>
            <a:lvl7pPr>
              <a:defRPr sz="1500" b="0">
                <a:solidFill>
                  <a:srgbClr val="ADBDC7"/>
                </a:solidFill>
                <a:latin typeface="Arial"/>
                <a:ea typeface="Arial"/>
                <a:cs typeface="Arial"/>
              </a:defRPr>
            </a:lvl7pPr>
            <a:lvl8pPr>
              <a:defRPr sz="1500" b="0">
                <a:solidFill>
                  <a:srgbClr val="ADBDC7"/>
                </a:solidFill>
                <a:latin typeface="Arial"/>
                <a:ea typeface="Arial"/>
                <a:cs typeface="Arial"/>
              </a:defRPr>
            </a:lvl8pPr>
            <a:lvl9pPr>
              <a:defRPr sz="1500" b="0">
                <a:solidFill>
                  <a:srgbClr val="ADBDC7"/>
                </a:solidFill>
                <a:latin typeface="Arial"/>
                <a:ea typeface="Arial"/>
                <a:cs typeface="Arial"/>
              </a:defRPr>
            </a:lvl9pPr>
          </a:lstStyle>
          <a:p xmlns:a="http://schemas.openxmlformats.org/drawingml/2006/main">
            <a:pPr>
              <a:defRPr sz="1500" b="0">
                <a:solidFill>
                  <a:srgbClr val="ADBDC7"/>
                </a:solidFill>
                <a:latin typeface="Arial"/>
                <a:ea typeface="Arial"/>
                <a:cs typeface="Arial"/>
              </a:defRPr>
            </a:pPr>
            <a:r>
              <a:rPr sz="1500" b="0">
                <a:solidFill>
                  <a:srgbClr val="ADBDC7"/>
                </a:solidFill>
                <a:latin typeface="Arial"/>
                <a:ea typeface="Arial"/>
                <a:cs typeface="Arial"/>
              </a:rPr>
              <a:t>Бағыт</a:t>
            </a:r>
          </a:p>
        </p:txBody>
      </p:sp>
      <p:sp>
        <p:nvSpPr>
          <p:cNvPr id="38" name="">
            <a:extLst xmlns:a="http://schemas.openxmlformats.org/drawingml/2006/main">
              <a:ext uri="{FF2B5EF4-FFF2-40B4-BE49-F238E27FC236}">
                <a16:creationId xmlns:a16="http://schemas.microsoft.com/office/drawing/2014/main" id="{D4ABA742-85C7-45CD-83B2-8DBD98384A72}"/>
              </a:ext>
            </a:extLst>
          </p:cNvPr>
          <p:cNvSpPr>
            <a:spLocks xmlns:a="http://schemas.openxmlformats.org/drawingml/2006/main" noGrp="1"/>
          </p:cNvSpPr>
          <p:nvPr/>
        </p:nvSpPr>
        <p:spPr>
          <a:xfrm xmlns:a="http://schemas.openxmlformats.org/drawingml/2006/main">
            <a:off x="6191250" y="5200650"/>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ADBDC7"/>
                </a:solidFill>
                <a:latin typeface="Arial"/>
                <a:ea typeface="Arial"/>
                <a:cs typeface="Arial"/>
              </a:defRPr>
            </a:defPPr>
            <a:lvl1pPr>
              <a:defRPr sz="1500" b="0">
                <a:solidFill>
                  <a:srgbClr val="ADBDC7"/>
                </a:solidFill>
                <a:latin typeface="Arial"/>
                <a:ea typeface="Arial"/>
                <a:cs typeface="Arial"/>
              </a:defRPr>
            </a:lvl1pPr>
            <a:lvl2pPr>
              <a:defRPr sz="1500" b="0">
                <a:solidFill>
                  <a:srgbClr val="ADBDC7"/>
                </a:solidFill>
                <a:latin typeface="Arial"/>
                <a:ea typeface="Arial"/>
                <a:cs typeface="Arial"/>
              </a:defRPr>
            </a:lvl2pPr>
            <a:lvl3pPr>
              <a:defRPr sz="1500" b="0">
                <a:solidFill>
                  <a:srgbClr val="ADBDC7"/>
                </a:solidFill>
                <a:latin typeface="Arial"/>
                <a:ea typeface="Arial"/>
                <a:cs typeface="Arial"/>
              </a:defRPr>
            </a:lvl3pPr>
            <a:lvl4pPr>
              <a:defRPr sz="1500" b="0">
                <a:solidFill>
                  <a:srgbClr val="ADBDC7"/>
                </a:solidFill>
                <a:latin typeface="Arial"/>
                <a:ea typeface="Arial"/>
                <a:cs typeface="Arial"/>
              </a:defRPr>
            </a:lvl4pPr>
            <a:lvl5pPr>
              <a:defRPr sz="1500" b="0">
                <a:solidFill>
                  <a:srgbClr val="ADBDC7"/>
                </a:solidFill>
                <a:latin typeface="Arial"/>
                <a:ea typeface="Arial"/>
                <a:cs typeface="Arial"/>
              </a:defRPr>
            </a:lvl5pPr>
            <a:lvl6pPr>
              <a:defRPr sz="1500" b="0">
                <a:solidFill>
                  <a:srgbClr val="ADBDC7"/>
                </a:solidFill>
                <a:latin typeface="Arial"/>
                <a:ea typeface="Arial"/>
                <a:cs typeface="Arial"/>
              </a:defRPr>
            </a:lvl6pPr>
            <a:lvl7pPr>
              <a:defRPr sz="1500" b="0">
                <a:solidFill>
                  <a:srgbClr val="ADBDC7"/>
                </a:solidFill>
                <a:latin typeface="Arial"/>
                <a:ea typeface="Arial"/>
                <a:cs typeface="Arial"/>
              </a:defRPr>
            </a:lvl7pPr>
            <a:lvl8pPr>
              <a:defRPr sz="1500" b="0">
                <a:solidFill>
                  <a:srgbClr val="ADBDC7"/>
                </a:solidFill>
                <a:latin typeface="Arial"/>
                <a:ea typeface="Arial"/>
                <a:cs typeface="Arial"/>
              </a:defRPr>
            </a:lvl8pPr>
            <a:lvl9pPr>
              <a:defRPr sz="1500" b="0">
                <a:solidFill>
                  <a:srgbClr val="ADBDC7"/>
                </a:solidFill>
                <a:latin typeface="Arial"/>
                <a:ea typeface="Arial"/>
                <a:cs typeface="Arial"/>
              </a:defRPr>
            </a:lvl9pPr>
          </a:lstStyle>
          <a:p xmlns:a="http://schemas.openxmlformats.org/drawingml/2006/main">
            <a:pPr>
              <a:defRPr sz="1500" b="0">
                <a:solidFill>
                  <a:srgbClr val="ADBDC7"/>
                </a:solidFill>
                <a:latin typeface="Arial"/>
                <a:ea typeface="Arial"/>
                <a:cs typeface="Arial"/>
              </a:defRPr>
            </a:pPr>
            <a:r>
              <a:rPr sz="1500" b="0">
                <a:solidFill>
                  <a:srgbClr val="ADBDC7"/>
                </a:solidFill>
                <a:latin typeface="Arial"/>
                <a:ea typeface="Arial"/>
                <a:cs typeface="Arial"/>
              </a:rPr>
              <a:t>Дәлдік</a:t>
            </a:r>
          </a:p>
        </p:txBody>
      </p:sp>
      <p:sp>
        <p:nvSpPr>
          <p:cNvPr id="39" name="">
            <a:extLst xmlns:a="http://schemas.openxmlformats.org/drawingml/2006/main">
              <a:ext uri="{FF2B5EF4-FFF2-40B4-BE49-F238E27FC236}">
                <a16:creationId xmlns:a16="http://schemas.microsoft.com/office/drawing/2014/main" id="{9717A2AA-4D56-4377-9E22-F13D47D451E1}"/>
              </a:ext>
            </a:extLst>
          </p:cNvPr>
          <p:cNvSpPr>
            <a:spLocks xmlns:a="http://schemas.openxmlformats.org/drawingml/2006/main" noGrp="1"/>
          </p:cNvSpPr>
          <p:nvPr/>
        </p:nvSpPr>
        <p:spPr>
          <a:xfrm xmlns:a="http://schemas.openxmlformats.org/drawingml/2006/main">
            <a:off x="7905750" y="5200650"/>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ADBDC7"/>
                </a:solidFill>
                <a:latin typeface="Arial"/>
                <a:ea typeface="Arial"/>
                <a:cs typeface="Arial"/>
              </a:defRPr>
            </a:defPPr>
            <a:lvl1pPr>
              <a:defRPr sz="1500" b="0">
                <a:solidFill>
                  <a:srgbClr val="ADBDC7"/>
                </a:solidFill>
                <a:latin typeface="Arial"/>
                <a:ea typeface="Arial"/>
                <a:cs typeface="Arial"/>
              </a:defRPr>
            </a:lvl1pPr>
            <a:lvl2pPr>
              <a:defRPr sz="1500" b="0">
                <a:solidFill>
                  <a:srgbClr val="ADBDC7"/>
                </a:solidFill>
                <a:latin typeface="Arial"/>
                <a:ea typeface="Arial"/>
                <a:cs typeface="Arial"/>
              </a:defRPr>
            </a:lvl2pPr>
            <a:lvl3pPr>
              <a:defRPr sz="1500" b="0">
                <a:solidFill>
                  <a:srgbClr val="ADBDC7"/>
                </a:solidFill>
                <a:latin typeface="Arial"/>
                <a:ea typeface="Arial"/>
                <a:cs typeface="Arial"/>
              </a:defRPr>
            </a:lvl3pPr>
            <a:lvl4pPr>
              <a:defRPr sz="1500" b="0">
                <a:solidFill>
                  <a:srgbClr val="ADBDC7"/>
                </a:solidFill>
                <a:latin typeface="Arial"/>
                <a:ea typeface="Arial"/>
                <a:cs typeface="Arial"/>
              </a:defRPr>
            </a:lvl4pPr>
            <a:lvl5pPr>
              <a:defRPr sz="1500" b="0">
                <a:solidFill>
                  <a:srgbClr val="ADBDC7"/>
                </a:solidFill>
                <a:latin typeface="Arial"/>
                <a:ea typeface="Arial"/>
                <a:cs typeface="Arial"/>
              </a:defRPr>
            </a:lvl5pPr>
            <a:lvl6pPr>
              <a:defRPr sz="1500" b="0">
                <a:solidFill>
                  <a:srgbClr val="ADBDC7"/>
                </a:solidFill>
                <a:latin typeface="Arial"/>
                <a:ea typeface="Arial"/>
                <a:cs typeface="Arial"/>
              </a:defRPr>
            </a:lvl6pPr>
            <a:lvl7pPr>
              <a:defRPr sz="1500" b="0">
                <a:solidFill>
                  <a:srgbClr val="ADBDC7"/>
                </a:solidFill>
                <a:latin typeface="Arial"/>
                <a:ea typeface="Arial"/>
                <a:cs typeface="Arial"/>
              </a:defRPr>
            </a:lvl7pPr>
            <a:lvl8pPr>
              <a:defRPr sz="1500" b="0">
                <a:solidFill>
                  <a:srgbClr val="ADBDC7"/>
                </a:solidFill>
                <a:latin typeface="Arial"/>
                <a:ea typeface="Arial"/>
                <a:cs typeface="Arial"/>
              </a:defRPr>
            </a:lvl8pPr>
            <a:lvl9pPr>
              <a:defRPr sz="1500" b="0">
                <a:solidFill>
                  <a:srgbClr val="ADBDC7"/>
                </a:solidFill>
                <a:latin typeface="Arial"/>
                <a:ea typeface="Arial"/>
                <a:cs typeface="Arial"/>
              </a:defRPr>
            </a:lvl9pPr>
          </a:lstStyle>
          <a:p xmlns:a="http://schemas.openxmlformats.org/drawingml/2006/main">
            <a:pPr>
              <a:defRPr sz="1500" b="0">
                <a:solidFill>
                  <a:srgbClr val="ADBDC7"/>
                </a:solidFill>
                <a:latin typeface="Arial"/>
                <a:ea typeface="Arial"/>
                <a:cs typeface="Arial"/>
              </a:defRPr>
            </a:pPr>
            <a:r>
              <a:rPr sz="1500" b="0">
                <a:solidFill>
                  <a:srgbClr val="ADBDC7"/>
                </a:solidFill>
                <a:latin typeface="Arial"/>
                <a:ea typeface="Arial"/>
                <a:cs typeface="Arial"/>
              </a:rPr>
              <a:t>Толықтық</a:t>
            </a:r>
          </a:p>
        </p:txBody>
      </p:sp>
      <p:sp>
        <p:nvSpPr>
          <p:cNvPr id="40" name="">
            <a:extLst xmlns:a="http://schemas.openxmlformats.org/drawingml/2006/main">
              <a:ext uri="{FF2B5EF4-FFF2-40B4-BE49-F238E27FC236}">
                <a16:creationId xmlns:a16="http://schemas.microsoft.com/office/drawing/2014/main" id="{CFE6BA45-C6B6-402D-83F3-E02E7604D25C}"/>
              </a:ext>
            </a:extLst>
          </p:cNvPr>
          <p:cNvSpPr>
            <a:spLocks xmlns:a="http://schemas.openxmlformats.org/drawingml/2006/main" noGrp="1"/>
          </p:cNvSpPr>
          <p:nvPr/>
        </p:nvSpPr>
        <p:spPr>
          <a:xfrm xmlns:a="http://schemas.openxmlformats.org/drawingml/2006/main">
            <a:off x="9591675" y="5200650"/>
            <a:ext cx="2114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ADBDC7"/>
                </a:solidFill>
                <a:latin typeface="Arial"/>
                <a:ea typeface="Arial"/>
                <a:cs typeface="Arial"/>
              </a:defRPr>
            </a:defPPr>
            <a:lvl1pPr>
              <a:defRPr sz="1425" b="0">
                <a:solidFill>
                  <a:srgbClr val="ADBDC7"/>
                </a:solidFill>
                <a:latin typeface="Arial"/>
                <a:ea typeface="Arial"/>
                <a:cs typeface="Arial"/>
              </a:defRPr>
            </a:lvl1pPr>
            <a:lvl2pPr>
              <a:defRPr sz="1425" b="0">
                <a:solidFill>
                  <a:srgbClr val="ADBDC7"/>
                </a:solidFill>
                <a:latin typeface="Arial"/>
                <a:ea typeface="Arial"/>
                <a:cs typeface="Arial"/>
              </a:defRPr>
            </a:lvl2pPr>
            <a:lvl3pPr>
              <a:defRPr sz="1425" b="0">
                <a:solidFill>
                  <a:srgbClr val="ADBDC7"/>
                </a:solidFill>
                <a:latin typeface="Arial"/>
                <a:ea typeface="Arial"/>
                <a:cs typeface="Arial"/>
              </a:defRPr>
            </a:lvl3pPr>
            <a:lvl4pPr>
              <a:defRPr sz="1425" b="0">
                <a:solidFill>
                  <a:srgbClr val="ADBDC7"/>
                </a:solidFill>
                <a:latin typeface="Arial"/>
                <a:ea typeface="Arial"/>
                <a:cs typeface="Arial"/>
              </a:defRPr>
            </a:lvl4pPr>
            <a:lvl5pPr>
              <a:defRPr sz="1425" b="0">
                <a:solidFill>
                  <a:srgbClr val="ADBDC7"/>
                </a:solidFill>
                <a:latin typeface="Arial"/>
                <a:ea typeface="Arial"/>
                <a:cs typeface="Arial"/>
              </a:defRPr>
            </a:lvl5pPr>
            <a:lvl6pPr>
              <a:defRPr sz="1425" b="0">
                <a:solidFill>
                  <a:srgbClr val="ADBDC7"/>
                </a:solidFill>
                <a:latin typeface="Arial"/>
                <a:ea typeface="Arial"/>
                <a:cs typeface="Arial"/>
              </a:defRPr>
            </a:lvl6pPr>
            <a:lvl7pPr>
              <a:defRPr sz="1425" b="0">
                <a:solidFill>
                  <a:srgbClr val="ADBDC7"/>
                </a:solidFill>
                <a:latin typeface="Arial"/>
                <a:ea typeface="Arial"/>
                <a:cs typeface="Arial"/>
              </a:defRPr>
            </a:lvl7pPr>
            <a:lvl8pPr>
              <a:defRPr sz="1425" b="0">
                <a:solidFill>
                  <a:srgbClr val="ADBDC7"/>
                </a:solidFill>
                <a:latin typeface="Arial"/>
                <a:ea typeface="Arial"/>
                <a:cs typeface="Arial"/>
              </a:defRPr>
            </a:lvl8pPr>
            <a:lvl9pPr>
              <a:defRPr sz="1425" b="0">
                <a:solidFill>
                  <a:srgbClr val="ADBDC7"/>
                </a:solidFill>
                <a:latin typeface="Arial"/>
                <a:ea typeface="Arial"/>
                <a:cs typeface="Arial"/>
              </a:defRPr>
            </a:lvl9pPr>
          </a:lstStyle>
          <a:p xmlns:a="http://schemas.openxmlformats.org/drawingml/2006/main">
            <a:pPr>
              <a:defRPr sz="1425" b="0">
                <a:solidFill>
                  <a:srgbClr val="ADBDC7"/>
                </a:solidFill>
                <a:latin typeface="Arial"/>
                <a:ea typeface="Arial"/>
                <a:cs typeface="Arial"/>
              </a:defRPr>
            </a:pPr>
            <a:r>
              <a:rPr sz="1425" b="0">
                <a:solidFill>
                  <a:srgbClr val="ADBDC7"/>
                </a:solidFill>
                <a:latin typeface="Arial"/>
                <a:ea typeface="Arial"/>
                <a:cs typeface="Arial"/>
              </a:rPr>
              <a:t>Жалған дабыл үлесі</a:t>
            </a:r>
          </a:p>
        </p:txBody>
      </p:sp>
      <p:sp>
        <p:nvSpPr>
          <p:cNvPr id="41" name="">
            <a:extLst xmlns:a="http://schemas.openxmlformats.org/drawingml/2006/main">
              <a:ext uri="{FF2B5EF4-FFF2-40B4-BE49-F238E27FC236}">
                <a16:creationId xmlns:a16="http://schemas.microsoft.com/office/drawing/2014/main" id="{C6B6E79C-270D-44BD-85B2-AC44CF9E39C0}"/>
              </a:ext>
            </a:extLst>
          </p:cNvPr>
          <p:cNvSpPr>
            <a:spLocks xmlns:a="http://schemas.openxmlformats.org/drawingml/2006/main" noGrp="1"/>
          </p:cNvSpPr>
          <p:nvPr/>
        </p:nvSpPr>
        <p:spPr>
          <a:xfrm xmlns:a="http://schemas.openxmlformats.org/drawingml/2006/main">
            <a:off x="533400" y="5505450"/>
            <a:ext cx="1112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C9C068D-9F4F-46D7-865E-DD3510906CD7}"/>
              </a:ext>
            </a:extLst>
          </p:cNvPr>
          <p:cNvSpPr>
            <a:spLocks xmlns:a="http://schemas.openxmlformats.org/drawingml/2006/main" noGrp="1"/>
          </p:cNvSpPr>
          <p:nvPr/>
        </p:nvSpPr>
        <p:spPr>
          <a:xfrm xmlns:a="http://schemas.openxmlformats.org/drawingml/2006/main">
            <a:off x="533400" y="5514975"/>
            <a:ext cx="533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8EBBEE"/>
                </a:solidFill>
                <a:latin typeface="Arial"/>
                <a:ea typeface="Arial"/>
                <a:cs typeface="Arial"/>
              </a:defRPr>
            </a:defPPr>
            <a:lvl1pPr>
              <a:defRPr sz="1725" b="0">
                <a:solidFill>
                  <a:srgbClr val="8EBBEE"/>
                </a:solidFill>
                <a:latin typeface="Arial"/>
                <a:ea typeface="Arial"/>
                <a:cs typeface="Arial"/>
              </a:defRPr>
            </a:lvl1pPr>
            <a:lvl2pPr>
              <a:defRPr sz="1725" b="0">
                <a:solidFill>
                  <a:srgbClr val="8EBBEE"/>
                </a:solidFill>
                <a:latin typeface="Arial"/>
                <a:ea typeface="Arial"/>
                <a:cs typeface="Arial"/>
              </a:defRPr>
            </a:lvl2pPr>
            <a:lvl3pPr>
              <a:defRPr sz="1725" b="0">
                <a:solidFill>
                  <a:srgbClr val="8EBBEE"/>
                </a:solidFill>
                <a:latin typeface="Arial"/>
                <a:ea typeface="Arial"/>
                <a:cs typeface="Arial"/>
              </a:defRPr>
            </a:lvl3pPr>
            <a:lvl4pPr>
              <a:defRPr sz="1725" b="0">
                <a:solidFill>
                  <a:srgbClr val="8EBBEE"/>
                </a:solidFill>
                <a:latin typeface="Arial"/>
                <a:ea typeface="Arial"/>
                <a:cs typeface="Arial"/>
              </a:defRPr>
            </a:lvl4pPr>
            <a:lvl5pPr>
              <a:defRPr sz="1725" b="0">
                <a:solidFill>
                  <a:srgbClr val="8EBBEE"/>
                </a:solidFill>
                <a:latin typeface="Arial"/>
                <a:ea typeface="Arial"/>
                <a:cs typeface="Arial"/>
              </a:defRPr>
            </a:lvl5pPr>
            <a:lvl6pPr>
              <a:defRPr sz="1725" b="0">
                <a:solidFill>
                  <a:srgbClr val="8EBBEE"/>
                </a:solidFill>
                <a:latin typeface="Arial"/>
                <a:ea typeface="Arial"/>
                <a:cs typeface="Arial"/>
              </a:defRPr>
            </a:lvl6pPr>
            <a:lvl7pPr>
              <a:defRPr sz="1725" b="0">
                <a:solidFill>
                  <a:srgbClr val="8EBBEE"/>
                </a:solidFill>
                <a:latin typeface="Arial"/>
                <a:ea typeface="Arial"/>
                <a:cs typeface="Arial"/>
              </a:defRPr>
            </a:lvl7pPr>
            <a:lvl8pPr>
              <a:defRPr sz="1725" b="0">
                <a:solidFill>
                  <a:srgbClr val="8EBBEE"/>
                </a:solidFill>
                <a:latin typeface="Arial"/>
                <a:ea typeface="Arial"/>
                <a:cs typeface="Arial"/>
              </a:defRPr>
            </a:lvl8pPr>
            <a:lvl9pPr>
              <a:defRPr sz="1725" b="0">
                <a:solidFill>
                  <a:srgbClr val="8EBBEE"/>
                </a:solidFill>
                <a:latin typeface="Arial"/>
                <a:ea typeface="Arial"/>
                <a:cs typeface="Arial"/>
              </a:defRPr>
            </a:lvl9pPr>
          </a:lstStyle>
          <a:p xmlns:a="http://schemas.openxmlformats.org/drawingml/2006/main">
            <a:pPr>
              <a:defRPr sz="1725" b="0">
                <a:solidFill>
                  <a:srgbClr val="8EBBEE"/>
                </a:solidFill>
                <a:latin typeface="Arial"/>
                <a:ea typeface="Arial"/>
                <a:cs typeface="Arial"/>
              </a:defRPr>
            </a:pPr>
            <a:r>
              <a:rPr sz="1725" b="0">
                <a:solidFill>
                  <a:srgbClr val="8EBBEE"/>
                </a:solidFill>
                <a:latin typeface="Arial"/>
                <a:ea typeface="Arial"/>
                <a:cs typeface="Arial"/>
              </a:rPr>
              <a:t>Ақылы ұтыс</a:t>
            </a:r>
          </a:p>
        </p:txBody>
      </p:sp>
      <p:sp>
        <p:nvSpPr>
          <p:cNvPr id="43" name="">
            <a:extLst xmlns:a="http://schemas.openxmlformats.org/drawingml/2006/main">
              <a:ext uri="{FF2B5EF4-FFF2-40B4-BE49-F238E27FC236}">
                <a16:creationId xmlns:a16="http://schemas.microsoft.com/office/drawing/2014/main" id="{0119F827-CF43-479F-9442-AFE01E83BD66}"/>
              </a:ext>
            </a:extLst>
          </p:cNvPr>
          <p:cNvSpPr>
            <a:spLocks xmlns:a="http://schemas.openxmlformats.org/drawingml/2006/main" noGrp="1"/>
          </p:cNvSpPr>
          <p:nvPr/>
        </p:nvSpPr>
        <p:spPr>
          <a:xfrm xmlns:a="http://schemas.openxmlformats.org/drawingml/2006/main">
            <a:off x="6191250" y="5514975"/>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84,6%</a:t>
            </a:r>
          </a:p>
        </p:txBody>
      </p:sp>
      <p:sp>
        <p:nvSpPr>
          <p:cNvPr id="44" name="">
            <a:extLst xmlns:a="http://schemas.openxmlformats.org/drawingml/2006/main">
              <a:ext uri="{FF2B5EF4-FFF2-40B4-BE49-F238E27FC236}">
                <a16:creationId xmlns:a16="http://schemas.microsoft.com/office/drawing/2014/main" id="{42F9C9BB-363D-4C2A-A634-2E456D15B817}"/>
              </a:ext>
            </a:extLst>
          </p:cNvPr>
          <p:cNvSpPr>
            <a:spLocks xmlns:a="http://schemas.openxmlformats.org/drawingml/2006/main" noGrp="1"/>
          </p:cNvSpPr>
          <p:nvPr/>
        </p:nvSpPr>
        <p:spPr>
          <a:xfrm xmlns:a="http://schemas.openxmlformats.org/drawingml/2006/main">
            <a:off x="7905750" y="5514975"/>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91,7%</a:t>
            </a:r>
          </a:p>
        </p:txBody>
      </p:sp>
      <p:sp>
        <p:nvSpPr>
          <p:cNvPr id="45" name="">
            <a:extLst xmlns:a="http://schemas.openxmlformats.org/drawingml/2006/main">
              <a:ext uri="{FF2B5EF4-FFF2-40B4-BE49-F238E27FC236}">
                <a16:creationId xmlns:a16="http://schemas.microsoft.com/office/drawing/2014/main" id="{9FBA9287-C237-4EBE-9BFB-78E94A5A919B}"/>
              </a:ext>
            </a:extLst>
          </p:cNvPr>
          <p:cNvSpPr>
            <a:spLocks xmlns:a="http://schemas.openxmlformats.org/drawingml/2006/main" noGrp="1"/>
          </p:cNvSpPr>
          <p:nvPr/>
        </p:nvSpPr>
        <p:spPr>
          <a:xfrm xmlns:a="http://schemas.openxmlformats.org/drawingml/2006/main">
            <a:off x="9591675" y="5514975"/>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1,9%</a:t>
            </a:r>
          </a:p>
        </p:txBody>
      </p:sp>
      <p:sp>
        <p:nvSpPr>
          <p:cNvPr id="46" name="">
            <a:extLst xmlns:a="http://schemas.openxmlformats.org/drawingml/2006/main">
              <a:ext uri="{FF2B5EF4-FFF2-40B4-BE49-F238E27FC236}">
                <a16:creationId xmlns:a16="http://schemas.microsoft.com/office/drawing/2014/main" id="{33C65089-A4F2-4A52-9B17-0FDC857CF850}"/>
              </a:ext>
            </a:extLst>
          </p:cNvPr>
          <p:cNvSpPr>
            <a:spLocks xmlns:a="http://schemas.openxmlformats.org/drawingml/2006/main" noGrp="1"/>
          </p:cNvSpPr>
          <p:nvPr/>
        </p:nvSpPr>
        <p:spPr>
          <a:xfrm xmlns:a="http://schemas.openxmlformats.org/drawingml/2006/main">
            <a:off x="533400" y="5800725"/>
            <a:ext cx="1112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6647A1C-D3B9-4941-8837-A6B0FD7D4032}"/>
              </a:ext>
            </a:extLst>
          </p:cNvPr>
          <p:cNvSpPr>
            <a:spLocks xmlns:a="http://schemas.openxmlformats.org/drawingml/2006/main" noGrp="1"/>
          </p:cNvSpPr>
          <p:nvPr/>
        </p:nvSpPr>
        <p:spPr>
          <a:xfrm xmlns:a="http://schemas.openxmlformats.org/drawingml/2006/main">
            <a:off x="533400" y="5810250"/>
            <a:ext cx="533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C3B0F4"/>
                </a:solidFill>
                <a:latin typeface="Arial"/>
                <a:ea typeface="Arial"/>
                <a:cs typeface="Arial"/>
              </a:defRPr>
            </a:defPPr>
            <a:lvl1pPr>
              <a:defRPr sz="1725" b="0">
                <a:solidFill>
                  <a:srgbClr val="C3B0F4"/>
                </a:solidFill>
                <a:latin typeface="Arial"/>
                <a:ea typeface="Arial"/>
                <a:cs typeface="Arial"/>
              </a:defRPr>
            </a:lvl1pPr>
            <a:lvl2pPr>
              <a:defRPr sz="1725" b="0">
                <a:solidFill>
                  <a:srgbClr val="C3B0F4"/>
                </a:solidFill>
                <a:latin typeface="Arial"/>
                <a:ea typeface="Arial"/>
                <a:cs typeface="Arial"/>
              </a:defRPr>
            </a:lvl2pPr>
            <a:lvl3pPr>
              <a:defRPr sz="1725" b="0">
                <a:solidFill>
                  <a:srgbClr val="C3B0F4"/>
                </a:solidFill>
                <a:latin typeface="Arial"/>
                <a:ea typeface="Arial"/>
                <a:cs typeface="Arial"/>
              </a:defRPr>
            </a:lvl3pPr>
            <a:lvl4pPr>
              <a:defRPr sz="1725" b="0">
                <a:solidFill>
                  <a:srgbClr val="C3B0F4"/>
                </a:solidFill>
                <a:latin typeface="Arial"/>
                <a:ea typeface="Arial"/>
                <a:cs typeface="Arial"/>
              </a:defRPr>
            </a:lvl4pPr>
            <a:lvl5pPr>
              <a:defRPr sz="1725" b="0">
                <a:solidFill>
                  <a:srgbClr val="C3B0F4"/>
                </a:solidFill>
                <a:latin typeface="Arial"/>
                <a:ea typeface="Arial"/>
                <a:cs typeface="Arial"/>
              </a:defRPr>
            </a:lvl5pPr>
            <a:lvl6pPr>
              <a:defRPr sz="1725" b="0">
                <a:solidFill>
                  <a:srgbClr val="C3B0F4"/>
                </a:solidFill>
                <a:latin typeface="Arial"/>
                <a:ea typeface="Arial"/>
                <a:cs typeface="Arial"/>
              </a:defRPr>
            </a:lvl6pPr>
            <a:lvl7pPr>
              <a:defRPr sz="1725" b="0">
                <a:solidFill>
                  <a:srgbClr val="C3B0F4"/>
                </a:solidFill>
                <a:latin typeface="Arial"/>
                <a:ea typeface="Arial"/>
                <a:cs typeface="Arial"/>
              </a:defRPr>
            </a:lvl7pPr>
            <a:lvl8pPr>
              <a:defRPr sz="1725" b="0">
                <a:solidFill>
                  <a:srgbClr val="C3B0F4"/>
                </a:solidFill>
                <a:latin typeface="Arial"/>
                <a:ea typeface="Arial"/>
                <a:cs typeface="Arial"/>
              </a:defRPr>
            </a:lvl8pPr>
            <a:lvl9pPr>
              <a:defRPr sz="1725" b="0">
                <a:solidFill>
                  <a:srgbClr val="C3B0F4"/>
                </a:solidFill>
                <a:latin typeface="Arial"/>
                <a:ea typeface="Arial"/>
                <a:cs typeface="Arial"/>
              </a:defRPr>
            </a:lvl9pPr>
          </a:lstStyle>
          <a:p xmlns:a="http://schemas.openxmlformats.org/drawingml/2006/main">
            <a:pPr>
              <a:defRPr sz="1725" b="0">
                <a:solidFill>
                  <a:srgbClr val="C3B0F4"/>
                </a:solidFill>
                <a:latin typeface="Arial"/>
                <a:ea typeface="Arial"/>
                <a:cs typeface="Arial"/>
              </a:defRPr>
            </a:pPr>
            <a:r>
              <a:rPr sz="1725" b="0">
                <a:solidFill>
                  <a:srgbClr val="C3B0F4"/>
                </a:solidFill>
                <a:latin typeface="Arial"/>
                <a:ea typeface="Arial"/>
                <a:cs typeface="Arial"/>
              </a:rPr>
              <a:t>Казино жарнамасы</a:t>
            </a:r>
          </a:p>
        </p:txBody>
      </p:sp>
      <p:sp>
        <p:nvSpPr>
          <p:cNvPr id="48" name="">
            <a:extLst xmlns:a="http://schemas.openxmlformats.org/drawingml/2006/main">
              <a:ext uri="{FF2B5EF4-FFF2-40B4-BE49-F238E27FC236}">
                <a16:creationId xmlns:a16="http://schemas.microsoft.com/office/drawing/2014/main" id="{80588180-14D2-4302-8C15-E87A0FB80D83}"/>
              </a:ext>
            </a:extLst>
          </p:cNvPr>
          <p:cNvSpPr>
            <a:spLocks xmlns:a="http://schemas.openxmlformats.org/drawingml/2006/main" noGrp="1"/>
          </p:cNvSpPr>
          <p:nvPr/>
        </p:nvSpPr>
        <p:spPr>
          <a:xfrm xmlns:a="http://schemas.openxmlformats.org/drawingml/2006/main">
            <a:off x="6191250" y="5810250"/>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100,0%</a:t>
            </a:r>
          </a:p>
        </p:txBody>
      </p:sp>
      <p:sp>
        <p:nvSpPr>
          <p:cNvPr id="49" name="">
            <a:extLst xmlns:a="http://schemas.openxmlformats.org/drawingml/2006/main">
              <a:ext uri="{FF2B5EF4-FFF2-40B4-BE49-F238E27FC236}">
                <a16:creationId xmlns:a16="http://schemas.microsoft.com/office/drawing/2014/main" id="{9E93FF96-A2CC-40C3-ABE9-FF26D826D216}"/>
              </a:ext>
            </a:extLst>
          </p:cNvPr>
          <p:cNvSpPr>
            <a:spLocks xmlns:a="http://schemas.openxmlformats.org/drawingml/2006/main" noGrp="1"/>
          </p:cNvSpPr>
          <p:nvPr/>
        </p:nvSpPr>
        <p:spPr>
          <a:xfrm xmlns:a="http://schemas.openxmlformats.org/drawingml/2006/main">
            <a:off x="7905750" y="5810250"/>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33,3%</a:t>
            </a:r>
          </a:p>
        </p:txBody>
      </p:sp>
      <p:sp>
        <p:nvSpPr>
          <p:cNvPr id="50" name="">
            <a:extLst xmlns:a="http://schemas.openxmlformats.org/drawingml/2006/main">
              <a:ext uri="{FF2B5EF4-FFF2-40B4-BE49-F238E27FC236}">
                <a16:creationId xmlns:a16="http://schemas.microsoft.com/office/drawing/2014/main" id="{CDE198C3-FC4F-45F0-847B-6C7C168B7A23}"/>
              </a:ext>
            </a:extLst>
          </p:cNvPr>
          <p:cNvSpPr>
            <a:spLocks xmlns:a="http://schemas.openxmlformats.org/drawingml/2006/main" noGrp="1"/>
          </p:cNvSpPr>
          <p:nvPr/>
        </p:nvSpPr>
        <p:spPr>
          <a:xfrm xmlns:a="http://schemas.openxmlformats.org/drawingml/2006/main">
            <a:off x="9591675" y="5810250"/>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0,0%</a:t>
            </a:r>
          </a:p>
        </p:txBody>
      </p:sp>
      <p:sp>
        <p:nvSpPr>
          <p:cNvPr id="51" name="">
            <a:extLst xmlns:a="http://schemas.openxmlformats.org/drawingml/2006/main">
              <a:ext uri="{FF2B5EF4-FFF2-40B4-BE49-F238E27FC236}">
                <a16:creationId xmlns:a16="http://schemas.microsoft.com/office/drawing/2014/main" id="{843C133D-4008-46B8-9177-0673B8DCB3F1}"/>
              </a:ext>
            </a:extLst>
          </p:cNvPr>
          <p:cNvSpPr>
            <a:spLocks xmlns:a="http://schemas.openxmlformats.org/drawingml/2006/main" noGrp="1"/>
          </p:cNvSpPr>
          <p:nvPr/>
        </p:nvSpPr>
        <p:spPr>
          <a:xfrm xmlns:a="http://schemas.openxmlformats.org/drawingml/2006/main">
            <a:off x="533400" y="6096000"/>
            <a:ext cx="1112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97ED0E6C-2DEE-452C-AE55-66A53DD91E16}"/>
              </a:ext>
            </a:extLst>
          </p:cNvPr>
          <p:cNvSpPr>
            <a:spLocks xmlns:a="http://schemas.openxmlformats.org/drawingml/2006/main" noGrp="1"/>
          </p:cNvSpPr>
          <p:nvPr/>
        </p:nvSpPr>
        <p:spPr>
          <a:xfrm xmlns:a="http://schemas.openxmlformats.org/drawingml/2006/main">
            <a:off x="533400" y="6105525"/>
            <a:ext cx="533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D8C3A1"/>
                </a:solidFill>
                <a:latin typeface="Arial"/>
                <a:ea typeface="Arial"/>
                <a:cs typeface="Arial"/>
              </a:defRPr>
            </a:defPPr>
            <a:lvl1pPr>
              <a:defRPr sz="1725" b="0">
                <a:solidFill>
                  <a:srgbClr val="D8C3A1"/>
                </a:solidFill>
                <a:latin typeface="Arial"/>
                <a:ea typeface="Arial"/>
                <a:cs typeface="Arial"/>
              </a:defRPr>
            </a:lvl1pPr>
            <a:lvl2pPr>
              <a:defRPr sz="1725" b="0">
                <a:solidFill>
                  <a:srgbClr val="D8C3A1"/>
                </a:solidFill>
                <a:latin typeface="Arial"/>
                <a:ea typeface="Arial"/>
                <a:cs typeface="Arial"/>
              </a:defRPr>
            </a:lvl2pPr>
            <a:lvl3pPr>
              <a:defRPr sz="1725" b="0">
                <a:solidFill>
                  <a:srgbClr val="D8C3A1"/>
                </a:solidFill>
                <a:latin typeface="Arial"/>
                <a:ea typeface="Arial"/>
                <a:cs typeface="Arial"/>
              </a:defRPr>
            </a:lvl3pPr>
            <a:lvl4pPr>
              <a:defRPr sz="1725" b="0">
                <a:solidFill>
                  <a:srgbClr val="D8C3A1"/>
                </a:solidFill>
                <a:latin typeface="Arial"/>
                <a:ea typeface="Arial"/>
                <a:cs typeface="Arial"/>
              </a:defRPr>
            </a:lvl4pPr>
            <a:lvl5pPr>
              <a:defRPr sz="1725" b="0">
                <a:solidFill>
                  <a:srgbClr val="D8C3A1"/>
                </a:solidFill>
                <a:latin typeface="Arial"/>
                <a:ea typeface="Arial"/>
                <a:cs typeface="Arial"/>
              </a:defRPr>
            </a:lvl5pPr>
            <a:lvl6pPr>
              <a:defRPr sz="1725" b="0">
                <a:solidFill>
                  <a:srgbClr val="D8C3A1"/>
                </a:solidFill>
                <a:latin typeface="Arial"/>
                <a:ea typeface="Arial"/>
                <a:cs typeface="Arial"/>
              </a:defRPr>
            </a:lvl6pPr>
            <a:lvl7pPr>
              <a:defRPr sz="1725" b="0">
                <a:solidFill>
                  <a:srgbClr val="D8C3A1"/>
                </a:solidFill>
                <a:latin typeface="Arial"/>
                <a:ea typeface="Arial"/>
                <a:cs typeface="Arial"/>
              </a:defRPr>
            </a:lvl7pPr>
            <a:lvl8pPr>
              <a:defRPr sz="1725" b="0">
                <a:solidFill>
                  <a:srgbClr val="D8C3A1"/>
                </a:solidFill>
                <a:latin typeface="Arial"/>
                <a:ea typeface="Arial"/>
                <a:cs typeface="Arial"/>
              </a:defRPr>
            </a:lvl8pPr>
            <a:lvl9pPr>
              <a:defRPr sz="1725" b="0">
                <a:solidFill>
                  <a:srgbClr val="D8C3A1"/>
                </a:solidFill>
                <a:latin typeface="Arial"/>
                <a:ea typeface="Arial"/>
                <a:cs typeface="Arial"/>
              </a:defRPr>
            </a:lvl9pPr>
          </a:lstStyle>
          <a:p xmlns:a="http://schemas.openxmlformats.org/drawingml/2006/main">
            <a:pPr>
              <a:defRPr sz="1725" b="0">
                <a:solidFill>
                  <a:srgbClr val="D8C3A1"/>
                </a:solidFill>
                <a:latin typeface="Arial"/>
                <a:ea typeface="Arial"/>
                <a:cs typeface="Arial"/>
              </a:defRPr>
            </a:pPr>
            <a:r>
              <a:rPr sz="1725" b="0">
                <a:solidFill>
                  <a:srgbClr val="D8C3A1"/>
                </a:solidFill>
                <a:latin typeface="Arial"/>
                <a:ea typeface="Arial"/>
                <a:cs typeface="Arial"/>
              </a:rPr>
              <a:t>Пирамида белгілері</a:t>
            </a:r>
          </a:p>
        </p:txBody>
      </p:sp>
      <p:sp>
        <p:nvSpPr>
          <p:cNvPr id="53" name="">
            <a:extLst xmlns:a="http://schemas.openxmlformats.org/drawingml/2006/main">
              <a:ext uri="{FF2B5EF4-FFF2-40B4-BE49-F238E27FC236}">
                <a16:creationId xmlns:a16="http://schemas.microsoft.com/office/drawing/2014/main" id="{4D82C443-43F2-485A-B204-108BAD80DDD4}"/>
              </a:ext>
            </a:extLst>
          </p:cNvPr>
          <p:cNvSpPr>
            <a:spLocks xmlns:a="http://schemas.openxmlformats.org/drawingml/2006/main" noGrp="1"/>
          </p:cNvSpPr>
          <p:nvPr/>
        </p:nvSpPr>
        <p:spPr>
          <a:xfrm xmlns:a="http://schemas.openxmlformats.org/drawingml/2006/main">
            <a:off x="6191250" y="6105525"/>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82,4%</a:t>
            </a:r>
          </a:p>
        </p:txBody>
      </p:sp>
      <p:sp>
        <p:nvSpPr>
          <p:cNvPr id="54" name="">
            <a:extLst xmlns:a="http://schemas.openxmlformats.org/drawingml/2006/main">
              <a:ext uri="{FF2B5EF4-FFF2-40B4-BE49-F238E27FC236}">
                <a16:creationId xmlns:a16="http://schemas.microsoft.com/office/drawing/2014/main" id="{311319D0-784D-4C28-912A-06ADFFB560A3}"/>
              </a:ext>
            </a:extLst>
          </p:cNvPr>
          <p:cNvSpPr>
            <a:spLocks xmlns:a="http://schemas.openxmlformats.org/drawingml/2006/main" noGrp="1"/>
          </p:cNvSpPr>
          <p:nvPr/>
        </p:nvSpPr>
        <p:spPr>
          <a:xfrm xmlns:a="http://schemas.openxmlformats.org/drawingml/2006/main">
            <a:off x="7905750" y="6105525"/>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58,3%</a:t>
            </a:r>
          </a:p>
        </p:txBody>
      </p:sp>
      <p:sp>
        <p:nvSpPr>
          <p:cNvPr id="55" name="">
            <a:extLst xmlns:a="http://schemas.openxmlformats.org/drawingml/2006/main">
              <a:ext uri="{FF2B5EF4-FFF2-40B4-BE49-F238E27FC236}">
                <a16:creationId xmlns:a16="http://schemas.microsoft.com/office/drawing/2014/main" id="{EA3D9492-1F18-4B7A-B94A-6B8D72F7B529}"/>
              </a:ext>
            </a:extLst>
          </p:cNvPr>
          <p:cNvSpPr>
            <a:spLocks xmlns:a="http://schemas.openxmlformats.org/drawingml/2006/main" noGrp="1"/>
          </p:cNvSpPr>
          <p:nvPr/>
        </p:nvSpPr>
        <p:spPr>
          <a:xfrm xmlns:a="http://schemas.openxmlformats.org/drawingml/2006/main">
            <a:off x="9591675" y="6105525"/>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F0F5F5"/>
                </a:solidFill>
                <a:latin typeface="Arial"/>
                <a:ea typeface="Arial"/>
                <a:cs typeface="Arial"/>
              </a:defRPr>
            </a:defPPr>
            <a:lvl1pPr>
              <a:defRPr sz="1725" b="1">
                <a:solidFill>
                  <a:srgbClr val="F0F5F5"/>
                </a:solidFill>
                <a:latin typeface="Arial"/>
                <a:ea typeface="Arial"/>
                <a:cs typeface="Arial"/>
              </a:defRPr>
            </a:lvl1pPr>
            <a:lvl2pPr>
              <a:defRPr sz="1725" b="1">
                <a:solidFill>
                  <a:srgbClr val="F0F5F5"/>
                </a:solidFill>
                <a:latin typeface="Arial"/>
                <a:ea typeface="Arial"/>
                <a:cs typeface="Arial"/>
              </a:defRPr>
            </a:lvl2pPr>
            <a:lvl3pPr>
              <a:defRPr sz="1725" b="1">
                <a:solidFill>
                  <a:srgbClr val="F0F5F5"/>
                </a:solidFill>
                <a:latin typeface="Arial"/>
                <a:ea typeface="Arial"/>
                <a:cs typeface="Arial"/>
              </a:defRPr>
            </a:lvl3pPr>
            <a:lvl4pPr>
              <a:defRPr sz="1725" b="1">
                <a:solidFill>
                  <a:srgbClr val="F0F5F5"/>
                </a:solidFill>
                <a:latin typeface="Arial"/>
                <a:ea typeface="Arial"/>
                <a:cs typeface="Arial"/>
              </a:defRPr>
            </a:lvl4pPr>
            <a:lvl5pPr>
              <a:defRPr sz="1725" b="1">
                <a:solidFill>
                  <a:srgbClr val="F0F5F5"/>
                </a:solidFill>
                <a:latin typeface="Arial"/>
                <a:ea typeface="Arial"/>
                <a:cs typeface="Arial"/>
              </a:defRPr>
            </a:lvl5pPr>
            <a:lvl6pPr>
              <a:defRPr sz="1725" b="1">
                <a:solidFill>
                  <a:srgbClr val="F0F5F5"/>
                </a:solidFill>
                <a:latin typeface="Arial"/>
                <a:ea typeface="Arial"/>
                <a:cs typeface="Arial"/>
              </a:defRPr>
            </a:lvl6pPr>
            <a:lvl7pPr>
              <a:defRPr sz="1725" b="1">
                <a:solidFill>
                  <a:srgbClr val="F0F5F5"/>
                </a:solidFill>
                <a:latin typeface="Arial"/>
                <a:ea typeface="Arial"/>
                <a:cs typeface="Arial"/>
              </a:defRPr>
            </a:lvl7pPr>
            <a:lvl8pPr>
              <a:defRPr sz="1725" b="1">
                <a:solidFill>
                  <a:srgbClr val="F0F5F5"/>
                </a:solidFill>
                <a:latin typeface="Arial"/>
                <a:ea typeface="Arial"/>
                <a:cs typeface="Arial"/>
              </a:defRPr>
            </a:lvl8pPr>
            <a:lvl9pPr>
              <a:defRPr sz="1725" b="1">
                <a:solidFill>
                  <a:srgbClr val="F0F5F5"/>
                </a:solidFill>
                <a:latin typeface="Arial"/>
                <a:ea typeface="Arial"/>
                <a:cs typeface="Arial"/>
              </a:defRPr>
            </a:lvl9pPr>
          </a:lstStyle>
          <a:p xmlns:a="http://schemas.openxmlformats.org/drawingml/2006/main">
            <a:pPr>
              <a:defRPr sz="1725" b="1">
                <a:solidFill>
                  <a:srgbClr val="F0F5F5"/>
                </a:solidFill>
                <a:latin typeface="Arial"/>
                <a:ea typeface="Arial"/>
                <a:cs typeface="Arial"/>
              </a:defRPr>
            </a:pPr>
            <a:r>
              <a:rPr sz="1725" b="1">
                <a:solidFill>
                  <a:srgbClr val="F0F5F5"/>
                </a:solidFill>
                <a:latin typeface="Arial"/>
                <a:ea typeface="Arial"/>
                <a:cs typeface="Arial"/>
              </a:rPr>
              <a:t>3,1%</a:t>
            </a:r>
          </a:p>
        </p:txBody>
      </p:sp>
      <p:sp>
        <p:nvSpPr>
          <p:cNvPr id="56" name="">
            <a:extLst xmlns:a="http://schemas.openxmlformats.org/drawingml/2006/main">
              <a:ext uri="{FF2B5EF4-FFF2-40B4-BE49-F238E27FC236}">
                <a16:creationId xmlns:a16="http://schemas.microsoft.com/office/drawing/2014/main" id="{1EF4B994-BE2E-488C-ACED-E73214DDE499}"/>
              </a:ext>
            </a:extLst>
          </p:cNvPr>
          <p:cNvSpPr>
            <a:spLocks xmlns:a="http://schemas.openxmlformats.org/drawingml/2006/main" noGrp="1"/>
          </p:cNvSpPr>
          <p:nvPr/>
        </p:nvSpPr>
        <p:spPr>
          <a:xfrm xmlns:a="http://schemas.openxmlformats.org/drawingml/2006/main">
            <a:off x="533400" y="64674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46DBC4"/>
                </a:solidFill>
                <a:latin typeface="Arial"/>
                <a:ea typeface="Arial"/>
                <a:cs typeface="Arial"/>
              </a:defRPr>
            </a:defPPr>
            <a:lvl1pPr>
              <a:defRPr sz="1500" b="0">
                <a:solidFill>
                  <a:srgbClr val="46DBC4"/>
                </a:solidFill>
                <a:latin typeface="Arial"/>
                <a:ea typeface="Arial"/>
                <a:cs typeface="Arial"/>
              </a:defRPr>
            </a:lvl1pPr>
            <a:lvl2pPr>
              <a:defRPr sz="1500" b="0">
                <a:solidFill>
                  <a:srgbClr val="46DBC4"/>
                </a:solidFill>
                <a:latin typeface="Arial"/>
                <a:ea typeface="Arial"/>
                <a:cs typeface="Arial"/>
              </a:defRPr>
            </a:lvl2pPr>
            <a:lvl3pPr>
              <a:defRPr sz="1500" b="0">
                <a:solidFill>
                  <a:srgbClr val="46DBC4"/>
                </a:solidFill>
                <a:latin typeface="Arial"/>
                <a:ea typeface="Arial"/>
                <a:cs typeface="Arial"/>
              </a:defRPr>
            </a:lvl3pPr>
            <a:lvl4pPr>
              <a:defRPr sz="1500" b="0">
                <a:solidFill>
                  <a:srgbClr val="46DBC4"/>
                </a:solidFill>
                <a:latin typeface="Arial"/>
                <a:ea typeface="Arial"/>
                <a:cs typeface="Arial"/>
              </a:defRPr>
            </a:lvl4pPr>
            <a:lvl5pPr>
              <a:defRPr sz="1500" b="0">
                <a:solidFill>
                  <a:srgbClr val="46DBC4"/>
                </a:solidFill>
                <a:latin typeface="Arial"/>
                <a:ea typeface="Arial"/>
                <a:cs typeface="Arial"/>
              </a:defRPr>
            </a:lvl5pPr>
            <a:lvl6pPr>
              <a:defRPr sz="1500" b="0">
                <a:solidFill>
                  <a:srgbClr val="46DBC4"/>
                </a:solidFill>
                <a:latin typeface="Arial"/>
                <a:ea typeface="Arial"/>
                <a:cs typeface="Arial"/>
              </a:defRPr>
            </a:lvl6pPr>
            <a:lvl7pPr>
              <a:defRPr sz="1500" b="0">
                <a:solidFill>
                  <a:srgbClr val="46DBC4"/>
                </a:solidFill>
                <a:latin typeface="Arial"/>
                <a:ea typeface="Arial"/>
                <a:cs typeface="Arial"/>
              </a:defRPr>
            </a:lvl7pPr>
            <a:lvl8pPr>
              <a:defRPr sz="1500" b="0">
                <a:solidFill>
                  <a:srgbClr val="46DBC4"/>
                </a:solidFill>
                <a:latin typeface="Arial"/>
                <a:ea typeface="Arial"/>
                <a:cs typeface="Arial"/>
              </a:defRPr>
            </a:lvl8pPr>
            <a:lvl9pPr>
              <a:defRPr sz="1500" b="0">
                <a:solidFill>
                  <a:srgbClr val="46DBC4"/>
                </a:solidFill>
                <a:latin typeface="Arial"/>
                <a:ea typeface="Arial"/>
                <a:cs typeface="Arial"/>
              </a:defRPr>
            </a:lvl9pPr>
          </a:lstStyle>
          <a:p xmlns:a="http://schemas.openxmlformats.org/drawingml/2006/main">
            <a:pPr>
              <a:defRPr sz="1500" b="0">
                <a:solidFill>
                  <a:srgbClr val="46DBC4"/>
                </a:solidFill>
                <a:latin typeface="Arial"/>
                <a:ea typeface="Arial"/>
                <a:cs typeface="Arial"/>
              </a:defRPr>
            </a:pPr>
            <a:r>
              <a:rPr sz="1500" b="0">
                <a:solidFill>
                  <a:srgbClr val="46DBC4"/>
                </a:solidFill>
                <a:latin typeface="Arial"/>
                <a:ea typeface="Arial"/>
                <a:cs typeface="Arial"/>
              </a:rPr>
              <a:t>Тәуелсіз бағалау емес. Нақты ортадағы сапаны растамайды.</a:t>
            </a:r>
          </a:p>
        </p:txBody>
      </p:sp>
    </p:spTree>
    <p:extLst>
      <p:ext uri="{BB962C8B-B14F-4D97-AF65-F5344CB8AC3E}">
        <p14:creationId xmlns:p14="http://schemas.microsoft.com/office/powerpoint/2010/main" val="123904800"/>
      </p:ext>
    </p:extLst>
  </p:cSld>
</p:sld>
</file>

<file path=ppt/slides/slide8.xml><?xml version="1.0" encoding="utf-8"?>
<p:sld xmlns:p="http://schemas.openxmlformats.org/presentationml/2006/main">
  <p:cSld>
    <p:bg>
      <p:bgPr>
        <a:solidFill xmlns:a="http://schemas.openxmlformats.org/drawingml/2006/main">
          <a:srgbClr val="10171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3B074D3-528E-411C-8A36-1ED05A3A1996}"/>
              </a:ext>
            </a:extLst>
          </p:cNvPr>
          <p:cNvSpPr>
            <a:spLocks xmlns:a="http://schemas.openxmlformats.org/drawingml/2006/main" noGrp="1"/>
          </p:cNvSpPr>
          <p:nvPr/>
        </p:nvSpPr>
        <p:spPr>
          <a:xfrm xmlns:a="http://schemas.openxmlformats.org/drawingml/2006/main">
            <a:off x="533400" y="428625"/>
            <a:ext cx="342900" cy="38100"/>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46238F-5F15-4419-9AAF-82ECE5D73598}"/>
              </a:ext>
            </a:extLst>
          </p:cNvPr>
          <p:cNvSpPr>
            <a:spLocks xmlns:a="http://schemas.openxmlformats.org/drawingml/2006/main" noGrp="1"/>
          </p:cNvSpPr>
          <p:nvPr/>
        </p:nvSpPr>
        <p:spPr>
          <a:xfrm xmlns:a="http://schemas.openxmlformats.org/drawingml/2006/main">
            <a:off x="10287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07  /  КЕЛЕСІ ҚАДАМДАР</a:t>
            </a:r>
          </a:p>
        </p:txBody>
      </p:sp>
      <p:sp>
        <p:nvSpPr>
          <p:cNvPr id="4" name="">
            <a:extLst xmlns:a="http://schemas.openxmlformats.org/drawingml/2006/main">
              <a:ext uri="{FF2B5EF4-FFF2-40B4-BE49-F238E27FC236}">
                <a16:creationId xmlns:a16="http://schemas.microsoft.com/office/drawing/2014/main" id="{A0426D36-18E7-490C-90CE-6EAA7D5E99A5}"/>
              </a:ext>
            </a:extLst>
          </p:cNvPr>
          <p:cNvSpPr>
            <a:spLocks xmlns:a="http://schemas.openxmlformats.org/drawingml/2006/main" noGrp="1"/>
          </p:cNvSpPr>
          <p:nvPr/>
        </p:nvSpPr>
        <p:spPr>
          <a:xfrm xmlns:a="http://schemas.openxmlformats.org/drawingml/2006/main">
            <a:off x="10858500" y="2667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ADBDC7"/>
                </a:solidFill>
                <a:latin typeface="Arial"/>
                <a:ea typeface="Arial"/>
                <a:cs typeface="Arial"/>
              </a:defRPr>
            </a:defPPr>
            <a:lvl1pPr>
              <a:defRPr sz="1200" b="0">
                <a:solidFill>
                  <a:srgbClr val="ADBDC7"/>
                </a:solidFill>
                <a:latin typeface="Arial"/>
                <a:ea typeface="Arial"/>
                <a:cs typeface="Arial"/>
              </a:defRPr>
            </a:lvl1pPr>
            <a:lvl2pPr>
              <a:defRPr sz="1200" b="0">
                <a:solidFill>
                  <a:srgbClr val="ADBDC7"/>
                </a:solidFill>
                <a:latin typeface="Arial"/>
                <a:ea typeface="Arial"/>
                <a:cs typeface="Arial"/>
              </a:defRPr>
            </a:lvl2pPr>
            <a:lvl3pPr>
              <a:defRPr sz="1200" b="0">
                <a:solidFill>
                  <a:srgbClr val="ADBDC7"/>
                </a:solidFill>
                <a:latin typeface="Arial"/>
                <a:ea typeface="Arial"/>
                <a:cs typeface="Arial"/>
              </a:defRPr>
            </a:lvl3pPr>
            <a:lvl4pPr>
              <a:defRPr sz="1200" b="0">
                <a:solidFill>
                  <a:srgbClr val="ADBDC7"/>
                </a:solidFill>
                <a:latin typeface="Arial"/>
                <a:ea typeface="Arial"/>
                <a:cs typeface="Arial"/>
              </a:defRPr>
            </a:lvl4pPr>
            <a:lvl5pPr>
              <a:defRPr sz="1200" b="0">
                <a:solidFill>
                  <a:srgbClr val="ADBDC7"/>
                </a:solidFill>
                <a:latin typeface="Arial"/>
                <a:ea typeface="Arial"/>
                <a:cs typeface="Arial"/>
              </a:defRPr>
            </a:lvl5pPr>
            <a:lvl6pPr>
              <a:defRPr sz="1200" b="0">
                <a:solidFill>
                  <a:srgbClr val="ADBDC7"/>
                </a:solidFill>
                <a:latin typeface="Arial"/>
                <a:ea typeface="Arial"/>
                <a:cs typeface="Arial"/>
              </a:defRPr>
            </a:lvl6pPr>
            <a:lvl7pPr>
              <a:defRPr sz="1200" b="0">
                <a:solidFill>
                  <a:srgbClr val="ADBDC7"/>
                </a:solidFill>
                <a:latin typeface="Arial"/>
                <a:ea typeface="Arial"/>
                <a:cs typeface="Arial"/>
              </a:defRPr>
            </a:lvl7pPr>
            <a:lvl8pPr>
              <a:defRPr sz="1200" b="0">
                <a:solidFill>
                  <a:srgbClr val="ADBDC7"/>
                </a:solidFill>
                <a:latin typeface="Arial"/>
                <a:ea typeface="Arial"/>
                <a:cs typeface="Arial"/>
              </a:defRPr>
            </a:lvl8pPr>
            <a:lvl9pPr>
              <a:defRPr sz="1200" b="0">
                <a:solidFill>
                  <a:srgbClr val="ADBDC7"/>
                </a:solidFill>
                <a:latin typeface="Arial"/>
                <a:ea typeface="Arial"/>
                <a:cs typeface="Arial"/>
              </a:defRPr>
            </a:lvl9pPr>
          </a:lstStyle>
          <a:p xmlns:a="http://schemas.openxmlformats.org/drawingml/2006/main">
            <a:pPr>
              <a:defRPr sz="1200" b="0">
                <a:solidFill>
                  <a:srgbClr val="ADBDC7"/>
                </a:solidFill>
                <a:latin typeface="Arial"/>
                <a:ea typeface="Arial"/>
                <a:cs typeface="Arial"/>
              </a:defRPr>
            </a:pPr>
            <a:r>
              <a:rPr sz="1200" b="0">
                <a:solidFill>
                  <a:srgbClr val="ADBDC7"/>
                </a:solidFill>
                <a:latin typeface="Arial"/>
                <a:ea typeface="Arial"/>
                <a:cs typeface="Arial"/>
              </a:rPr>
              <a:t>08 / 08</a:t>
            </a:r>
          </a:p>
        </p:txBody>
      </p:sp>
      <p:sp>
        <p:nvSpPr>
          <p:cNvPr id="5" name="">
            <a:extLst xmlns:a="http://schemas.openxmlformats.org/drawingml/2006/main">
              <a:ext uri="{FF2B5EF4-FFF2-40B4-BE49-F238E27FC236}">
                <a16:creationId xmlns:a16="http://schemas.microsoft.com/office/drawing/2014/main" id="{8E58E417-875E-43F8-A662-E1BC86FBB969}"/>
              </a:ext>
            </a:extLst>
          </p:cNvPr>
          <p:cNvSpPr>
            <a:spLocks xmlns:a="http://schemas.openxmlformats.org/drawingml/2006/main" noGrp="1"/>
          </p:cNvSpPr>
          <p:nvPr/>
        </p:nvSpPr>
        <p:spPr>
          <a:xfrm xmlns:a="http://schemas.openxmlformats.org/drawingml/2006/main">
            <a:off x="533400" y="8001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F0F5F5"/>
                </a:solidFill>
                <a:latin typeface="Arial"/>
                <a:ea typeface="Arial"/>
                <a:cs typeface="Arial"/>
              </a:defRPr>
            </a:defPPr>
            <a:lvl1pPr>
              <a:defRPr sz="3300" b="1">
                <a:solidFill>
                  <a:srgbClr val="F0F5F5"/>
                </a:solidFill>
                <a:latin typeface="Arial"/>
                <a:ea typeface="Arial"/>
                <a:cs typeface="Arial"/>
              </a:defRPr>
            </a:lvl1pPr>
            <a:lvl2pPr>
              <a:defRPr sz="3300" b="1">
                <a:solidFill>
                  <a:srgbClr val="F0F5F5"/>
                </a:solidFill>
                <a:latin typeface="Arial"/>
                <a:ea typeface="Arial"/>
                <a:cs typeface="Arial"/>
              </a:defRPr>
            </a:lvl2pPr>
            <a:lvl3pPr>
              <a:defRPr sz="3300" b="1">
                <a:solidFill>
                  <a:srgbClr val="F0F5F5"/>
                </a:solidFill>
                <a:latin typeface="Arial"/>
                <a:ea typeface="Arial"/>
                <a:cs typeface="Arial"/>
              </a:defRPr>
            </a:lvl3pPr>
            <a:lvl4pPr>
              <a:defRPr sz="3300" b="1">
                <a:solidFill>
                  <a:srgbClr val="F0F5F5"/>
                </a:solidFill>
                <a:latin typeface="Arial"/>
                <a:ea typeface="Arial"/>
                <a:cs typeface="Arial"/>
              </a:defRPr>
            </a:lvl4pPr>
            <a:lvl5pPr>
              <a:defRPr sz="3300" b="1">
                <a:solidFill>
                  <a:srgbClr val="F0F5F5"/>
                </a:solidFill>
                <a:latin typeface="Arial"/>
                <a:ea typeface="Arial"/>
                <a:cs typeface="Arial"/>
              </a:defRPr>
            </a:lvl5pPr>
            <a:lvl6pPr>
              <a:defRPr sz="3300" b="1">
                <a:solidFill>
                  <a:srgbClr val="F0F5F5"/>
                </a:solidFill>
                <a:latin typeface="Arial"/>
                <a:ea typeface="Arial"/>
                <a:cs typeface="Arial"/>
              </a:defRPr>
            </a:lvl6pPr>
            <a:lvl7pPr>
              <a:defRPr sz="3300" b="1">
                <a:solidFill>
                  <a:srgbClr val="F0F5F5"/>
                </a:solidFill>
                <a:latin typeface="Arial"/>
                <a:ea typeface="Arial"/>
                <a:cs typeface="Arial"/>
              </a:defRPr>
            </a:lvl7pPr>
            <a:lvl8pPr>
              <a:defRPr sz="3300" b="1">
                <a:solidFill>
                  <a:srgbClr val="F0F5F5"/>
                </a:solidFill>
                <a:latin typeface="Arial"/>
                <a:ea typeface="Arial"/>
                <a:cs typeface="Arial"/>
              </a:defRPr>
            </a:lvl8pPr>
            <a:lvl9pPr>
              <a:defRPr sz="3300" b="1">
                <a:solidFill>
                  <a:srgbClr val="F0F5F5"/>
                </a:solidFill>
                <a:latin typeface="Arial"/>
                <a:ea typeface="Arial"/>
                <a:cs typeface="Arial"/>
              </a:defRPr>
            </a:lvl9pPr>
          </a:lstStyle>
          <a:p xmlns:a="http://schemas.openxmlformats.org/drawingml/2006/main">
            <a:pPr>
              <a:defRPr sz="3300" b="1">
                <a:solidFill>
                  <a:srgbClr val="F0F5F5"/>
                </a:solidFill>
                <a:latin typeface="Arial"/>
                <a:ea typeface="Arial"/>
                <a:cs typeface="Arial"/>
              </a:defRPr>
            </a:pPr>
            <a:r>
              <a:rPr sz="3300" b="1">
                <a:solidFill>
                  <a:srgbClr val="F0F5F5"/>
                </a:solidFill>
                <a:latin typeface="Arial"/>
                <a:ea typeface="Arial"/>
                <a:cs typeface="Arial"/>
              </a:rPr>
              <a:t>Дамыту жоспары</a:t>
            </a:r>
          </a:p>
        </p:txBody>
      </p:sp>
      <p:sp>
        <p:nvSpPr>
          <p:cNvPr id="6" name="">
            <a:extLst xmlns:a="http://schemas.openxmlformats.org/drawingml/2006/main">
              <a:ext uri="{FF2B5EF4-FFF2-40B4-BE49-F238E27FC236}">
                <a16:creationId xmlns:a16="http://schemas.microsoft.com/office/drawing/2014/main" id="{A33B637F-96FA-46F3-8133-5F438FA2209D}"/>
              </a:ext>
            </a:extLst>
          </p:cNvPr>
          <p:cNvSpPr>
            <a:spLocks xmlns:a="http://schemas.openxmlformats.org/drawingml/2006/main" noGrp="1"/>
          </p:cNvSpPr>
          <p:nvPr/>
        </p:nvSpPr>
        <p:spPr>
          <a:xfrm xmlns:a="http://schemas.openxmlformats.org/drawingml/2006/main">
            <a:off x="552450" y="158115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ADBDC7"/>
                </a:solidFill>
                <a:latin typeface="Arial"/>
                <a:ea typeface="Arial"/>
                <a:cs typeface="Arial"/>
              </a:defRPr>
            </a:defPPr>
            <a:lvl1pPr>
              <a:defRPr sz="1950" b="0">
                <a:solidFill>
                  <a:srgbClr val="ADBDC7"/>
                </a:solidFill>
                <a:latin typeface="Arial"/>
                <a:ea typeface="Arial"/>
                <a:cs typeface="Arial"/>
              </a:defRPr>
            </a:lvl1pPr>
            <a:lvl2pPr>
              <a:defRPr sz="1950" b="0">
                <a:solidFill>
                  <a:srgbClr val="ADBDC7"/>
                </a:solidFill>
                <a:latin typeface="Arial"/>
                <a:ea typeface="Arial"/>
                <a:cs typeface="Arial"/>
              </a:defRPr>
            </a:lvl2pPr>
            <a:lvl3pPr>
              <a:defRPr sz="1950" b="0">
                <a:solidFill>
                  <a:srgbClr val="ADBDC7"/>
                </a:solidFill>
                <a:latin typeface="Arial"/>
                <a:ea typeface="Arial"/>
                <a:cs typeface="Arial"/>
              </a:defRPr>
            </a:lvl3pPr>
            <a:lvl4pPr>
              <a:defRPr sz="1950" b="0">
                <a:solidFill>
                  <a:srgbClr val="ADBDC7"/>
                </a:solidFill>
                <a:latin typeface="Arial"/>
                <a:ea typeface="Arial"/>
                <a:cs typeface="Arial"/>
              </a:defRPr>
            </a:lvl4pPr>
            <a:lvl5pPr>
              <a:defRPr sz="1950" b="0">
                <a:solidFill>
                  <a:srgbClr val="ADBDC7"/>
                </a:solidFill>
                <a:latin typeface="Arial"/>
                <a:ea typeface="Arial"/>
                <a:cs typeface="Arial"/>
              </a:defRPr>
            </a:lvl5pPr>
            <a:lvl6pPr>
              <a:defRPr sz="1950" b="0">
                <a:solidFill>
                  <a:srgbClr val="ADBDC7"/>
                </a:solidFill>
                <a:latin typeface="Arial"/>
                <a:ea typeface="Arial"/>
                <a:cs typeface="Arial"/>
              </a:defRPr>
            </a:lvl6pPr>
            <a:lvl7pPr>
              <a:defRPr sz="1950" b="0">
                <a:solidFill>
                  <a:srgbClr val="ADBDC7"/>
                </a:solidFill>
                <a:latin typeface="Arial"/>
                <a:ea typeface="Arial"/>
                <a:cs typeface="Arial"/>
              </a:defRPr>
            </a:lvl7pPr>
            <a:lvl8pPr>
              <a:defRPr sz="1950" b="0">
                <a:solidFill>
                  <a:srgbClr val="ADBDC7"/>
                </a:solidFill>
                <a:latin typeface="Arial"/>
                <a:ea typeface="Arial"/>
                <a:cs typeface="Arial"/>
              </a:defRPr>
            </a:lvl8pPr>
            <a:lvl9pPr>
              <a:defRPr sz="1950" b="0">
                <a:solidFill>
                  <a:srgbClr val="ADBDC7"/>
                </a:solidFill>
                <a:latin typeface="Arial"/>
                <a:ea typeface="Arial"/>
                <a:cs typeface="Arial"/>
              </a:defRPr>
            </a:lvl9pPr>
          </a:lstStyle>
          <a:p xmlns:a="http://schemas.openxmlformats.org/drawingml/2006/main">
            <a:pPr>
              <a:defRPr sz="1950" b="0">
                <a:solidFill>
                  <a:srgbClr val="ADBDC7"/>
                </a:solidFill>
                <a:latin typeface="Arial"/>
                <a:ea typeface="Arial"/>
                <a:cs typeface="Arial"/>
              </a:defRPr>
            </a:pPr>
            <a:r>
              <a:rPr sz="1950" b="0">
                <a:solidFill>
                  <a:srgbClr val="ADBDC7"/>
                </a:solidFill>
                <a:latin typeface="Arial"/>
                <a:ea typeface="Arial"/>
                <a:cs typeface="Arial"/>
              </a:rPr>
              <a:t>Іске асқан негіз: үш бағыт, дәлелдер және аналитик шешімдерінің тарихы.</a:t>
            </a:r>
          </a:p>
        </p:txBody>
      </p:sp>
      <p:sp>
        <p:nvSpPr>
          <p:cNvPr id="7" name="">
            <a:extLst xmlns:a="http://schemas.openxmlformats.org/drawingml/2006/main">
              <a:ext uri="{FF2B5EF4-FFF2-40B4-BE49-F238E27FC236}">
                <a16:creationId xmlns:a16="http://schemas.microsoft.com/office/drawing/2014/main" id="{339122E9-305B-4DA2-9D32-3AEC8DADC5EA}"/>
              </a:ext>
            </a:extLst>
          </p:cNvPr>
          <p:cNvSpPr>
            <a:spLocks xmlns:a="http://schemas.openxmlformats.org/drawingml/2006/main" noGrp="1"/>
          </p:cNvSpPr>
          <p:nvPr/>
        </p:nvSpPr>
        <p:spPr>
          <a:xfrm xmlns:a="http://schemas.openxmlformats.org/drawingml/2006/main">
            <a:off x="533400" y="2486025"/>
            <a:ext cx="350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3E2E254-E757-44BB-8454-99CBA8FDCA01}"/>
              </a:ext>
            </a:extLst>
          </p:cNvPr>
          <p:cNvSpPr>
            <a:spLocks xmlns:a="http://schemas.openxmlformats.org/drawingml/2006/main" noGrp="1"/>
          </p:cNvSpPr>
          <p:nvPr/>
        </p:nvSpPr>
        <p:spPr>
          <a:xfrm xmlns:a="http://schemas.openxmlformats.org/drawingml/2006/main">
            <a:off x="533400" y="2657475"/>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46DBC4"/>
                </a:solidFill>
                <a:latin typeface="Arial"/>
                <a:ea typeface="Arial"/>
                <a:cs typeface="Arial"/>
              </a:defRPr>
            </a:defPPr>
            <a:lvl1pPr>
              <a:defRPr sz="2250" b="0">
                <a:solidFill>
                  <a:srgbClr val="46DBC4"/>
                </a:solidFill>
                <a:latin typeface="Arial"/>
                <a:ea typeface="Arial"/>
                <a:cs typeface="Arial"/>
              </a:defRPr>
            </a:lvl1pPr>
            <a:lvl2pPr>
              <a:defRPr sz="2250" b="0">
                <a:solidFill>
                  <a:srgbClr val="46DBC4"/>
                </a:solidFill>
                <a:latin typeface="Arial"/>
                <a:ea typeface="Arial"/>
                <a:cs typeface="Arial"/>
              </a:defRPr>
            </a:lvl2pPr>
            <a:lvl3pPr>
              <a:defRPr sz="2250" b="0">
                <a:solidFill>
                  <a:srgbClr val="46DBC4"/>
                </a:solidFill>
                <a:latin typeface="Arial"/>
                <a:ea typeface="Arial"/>
                <a:cs typeface="Arial"/>
              </a:defRPr>
            </a:lvl3pPr>
            <a:lvl4pPr>
              <a:defRPr sz="2250" b="0">
                <a:solidFill>
                  <a:srgbClr val="46DBC4"/>
                </a:solidFill>
                <a:latin typeface="Arial"/>
                <a:ea typeface="Arial"/>
                <a:cs typeface="Arial"/>
              </a:defRPr>
            </a:lvl4pPr>
            <a:lvl5pPr>
              <a:defRPr sz="2250" b="0">
                <a:solidFill>
                  <a:srgbClr val="46DBC4"/>
                </a:solidFill>
                <a:latin typeface="Arial"/>
                <a:ea typeface="Arial"/>
                <a:cs typeface="Arial"/>
              </a:defRPr>
            </a:lvl5pPr>
            <a:lvl6pPr>
              <a:defRPr sz="2250" b="0">
                <a:solidFill>
                  <a:srgbClr val="46DBC4"/>
                </a:solidFill>
                <a:latin typeface="Arial"/>
                <a:ea typeface="Arial"/>
                <a:cs typeface="Arial"/>
              </a:defRPr>
            </a:lvl6pPr>
            <a:lvl7pPr>
              <a:defRPr sz="2250" b="0">
                <a:solidFill>
                  <a:srgbClr val="46DBC4"/>
                </a:solidFill>
                <a:latin typeface="Arial"/>
                <a:ea typeface="Arial"/>
                <a:cs typeface="Arial"/>
              </a:defRPr>
            </a:lvl7pPr>
            <a:lvl8pPr>
              <a:defRPr sz="2250" b="0">
                <a:solidFill>
                  <a:srgbClr val="46DBC4"/>
                </a:solidFill>
                <a:latin typeface="Arial"/>
                <a:ea typeface="Arial"/>
                <a:cs typeface="Arial"/>
              </a:defRPr>
            </a:lvl8pPr>
            <a:lvl9pPr>
              <a:defRPr sz="2250" b="0">
                <a:solidFill>
                  <a:srgbClr val="46DBC4"/>
                </a:solidFill>
                <a:latin typeface="Arial"/>
                <a:ea typeface="Arial"/>
                <a:cs typeface="Arial"/>
              </a:defRPr>
            </a:lvl9pPr>
          </a:lstStyle>
          <a:p xmlns:a="http://schemas.openxmlformats.org/drawingml/2006/main">
            <a:pPr>
              <a:defRPr sz="2250" b="0">
                <a:solidFill>
                  <a:srgbClr val="46DBC4"/>
                </a:solidFill>
                <a:latin typeface="Arial"/>
                <a:ea typeface="Arial"/>
                <a:cs typeface="Arial"/>
              </a:defRPr>
            </a:pPr>
            <a:r>
              <a:rPr sz="2250" b="0">
                <a:solidFill>
                  <a:srgbClr val="46DBC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ECBC0ACC-CF76-4A9A-98E4-E7770519583C}"/>
              </a:ext>
            </a:extLst>
          </p:cNvPr>
          <p:cNvSpPr>
            <a:spLocks xmlns:a="http://schemas.openxmlformats.org/drawingml/2006/main" noGrp="1"/>
          </p:cNvSpPr>
          <p:nvPr/>
        </p:nvSpPr>
        <p:spPr>
          <a:xfrm xmlns:a="http://schemas.openxmlformats.org/drawingml/2006/main">
            <a:off x="1390650" y="27432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ADBDC7"/>
                </a:solidFill>
                <a:latin typeface="Arial"/>
                <a:ea typeface="Arial"/>
                <a:cs typeface="Arial"/>
              </a:defRPr>
            </a:defPPr>
            <a:lvl1pPr>
              <a:defRPr sz="1275" b="0">
                <a:solidFill>
                  <a:srgbClr val="ADBDC7"/>
                </a:solidFill>
                <a:latin typeface="Arial"/>
                <a:ea typeface="Arial"/>
                <a:cs typeface="Arial"/>
              </a:defRPr>
            </a:lvl1pPr>
            <a:lvl2pPr>
              <a:defRPr sz="1275" b="0">
                <a:solidFill>
                  <a:srgbClr val="ADBDC7"/>
                </a:solidFill>
                <a:latin typeface="Arial"/>
                <a:ea typeface="Arial"/>
                <a:cs typeface="Arial"/>
              </a:defRPr>
            </a:lvl2pPr>
            <a:lvl3pPr>
              <a:defRPr sz="1275" b="0">
                <a:solidFill>
                  <a:srgbClr val="ADBDC7"/>
                </a:solidFill>
                <a:latin typeface="Arial"/>
                <a:ea typeface="Arial"/>
                <a:cs typeface="Arial"/>
              </a:defRPr>
            </a:lvl3pPr>
            <a:lvl4pPr>
              <a:defRPr sz="1275" b="0">
                <a:solidFill>
                  <a:srgbClr val="ADBDC7"/>
                </a:solidFill>
                <a:latin typeface="Arial"/>
                <a:ea typeface="Arial"/>
                <a:cs typeface="Arial"/>
              </a:defRPr>
            </a:lvl4pPr>
            <a:lvl5pPr>
              <a:defRPr sz="1275" b="0">
                <a:solidFill>
                  <a:srgbClr val="ADBDC7"/>
                </a:solidFill>
                <a:latin typeface="Arial"/>
                <a:ea typeface="Arial"/>
                <a:cs typeface="Arial"/>
              </a:defRPr>
            </a:lvl5pPr>
            <a:lvl6pPr>
              <a:defRPr sz="1275" b="0">
                <a:solidFill>
                  <a:srgbClr val="ADBDC7"/>
                </a:solidFill>
                <a:latin typeface="Arial"/>
                <a:ea typeface="Arial"/>
                <a:cs typeface="Arial"/>
              </a:defRPr>
            </a:lvl6pPr>
            <a:lvl7pPr>
              <a:defRPr sz="1275" b="0">
                <a:solidFill>
                  <a:srgbClr val="ADBDC7"/>
                </a:solidFill>
                <a:latin typeface="Arial"/>
                <a:ea typeface="Arial"/>
                <a:cs typeface="Arial"/>
              </a:defRPr>
            </a:lvl7pPr>
            <a:lvl8pPr>
              <a:defRPr sz="1275" b="0">
                <a:solidFill>
                  <a:srgbClr val="ADBDC7"/>
                </a:solidFill>
                <a:latin typeface="Arial"/>
                <a:ea typeface="Arial"/>
                <a:cs typeface="Arial"/>
              </a:defRPr>
            </a:lvl8pPr>
            <a:lvl9pPr>
              <a:defRPr sz="1275" b="0">
                <a:solidFill>
                  <a:srgbClr val="ADBDC7"/>
                </a:solidFill>
                <a:latin typeface="Arial"/>
                <a:ea typeface="Arial"/>
                <a:cs typeface="Arial"/>
              </a:defRPr>
            </a:lvl9pPr>
          </a:lstStyle>
          <a:p xmlns:a="http://schemas.openxmlformats.org/drawingml/2006/main">
            <a:pPr>
              <a:defRPr sz="1275" b="0">
                <a:solidFill>
                  <a:srgbClr val="ADBDC7"/>
                </a:solidFill>
                <a:latin typeface="Arial"/>
                <a:ea typeface="Arial"/>
                <a:cs typeface="Arial"/>
              </a:defRPr>
            </a:pPr>
            <a:r>
              <a:rPr sz="1275" b="0">
                <a:solidFill>
                  <a:srgbClr val="ADBDC7"/>
                </a:solidFill>
                <a:latin typeface="Arial"/>
                <a:ea typeface="Arial"/>
                <a:cs typeface="Arial"/>
              </a:rPr>
              <a:t>ЖОСПАР</a:t>
            </a:r>
          </a:p>
        </p:txBody>
      </p:sp>
      <p:sp>
        <p:nvSpPr>
          <p:cNvPr id="10" name="">
            <a:extLst xmlns:a="http://schemas.openxmlformats.org/drawingml/2006/main">
              <a:ext uri="{FF2B5EF4-FFF2-40B4-BE49-F238E27FC236}">
                <a16:creationId xmlns:a16="http://schemas.microsoft.com/office/drawing/2014/main" id="{0EBEA9F0-91D8-4C0A-97B8-685009356E98}"/>
              </a:ext>
            </a:extLst>
          </p:cNvPr>
          <p:cNvSpPr>
            <a:spLocks xmlns:a="http://schemas.openxmlformats.org/drawingml/2006/main" noGrp="1"/>
          </p:cNvSpPr>
          <p:nvPr/>
        </p:nvSpPr>
        <p:spPr>
          <a:xfrm xmlns:a="http://schemas.openxmlformats.org/drawingml/2006/main">
            <a:off x="533400" y="3276600"/>
            <a:ext cx="350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F0F5F5"/>
                </a:solidFill>
                <a:latin typeface="Arial"/>
                <a:ea typeface="Arial"/>
                <a:cs typeface="Arial"/>
              </a:defRPr>
            </a:defPPr>
            <a:lvl1pPr>
              <a:defRPr sz="2400" b="1">
                <a:solidFill>
                  <a:srgbClr val="F0F5F5"/>
                </a:solidFill>
                <a:latin typeface="Arial"/>
                <a:ea typeface="Arial"/>
                <a:cs typeface="Arial"/>
              </a:defRPr>
            </a:lvl1pPr>
            <a:lvl2pPr>
              <a:defRPr sz="2400" b="1">
                <a:solidFill>
                  <a:srgbClr val="F0F5F5"/>
                </a:solidFill>
                <a:latin typeface="Arial"/>
                <a:ea typeface="Arial"/>
                <a:cs typeface="Arial"/>
              </a:defRPr>
            </a:lvl2pPr>
            <a:lvl3pPr>
              <a:defRPr sz="2400" b="1">
                <a:solidFill>
                  <a:srgbClr val="F0F5F5"/>
                </a:solidFill>
                <a:latin typeface="Arial"/>
                <a:ea typeface="Arial"/>
                <a:cs typeface="Arial"/>
              </a:defRPr>
            </a:lvl3pPr>
            <a:lvl4pPr>
              <a:defRPr sz="2400" b="1">
                <a:solidFill>
                  <a:srgbClr val="F0F5F5"/>
                </a:solidFill>
                <a:latin typeface="Arial"/>
                <a:ea typeface="Arial"/>
                <a:cs typeface="Arial"/>
              </a:defRPr>
            </a:lvl4pPr>
            <a:lvl5pPr>
              <a:defRPr sz="2400" b="1">
                <a:solidFill>
                  <a:srgbClr val="F0F5F5"/>
                </a:solidFill>
                <a:latin typeface="Arial"/>
                <a:ea typeface="Arial"/>
                <a:cs typeface="Arial"/>
              </a:defRPr>
            </a:lvl5pPr>
            <a:lvl6pPr>
              <a:defRPr sz="2400" b="1">
                <a:solidFill>
                  <a:srgbClr val="F0F5F5"/>
                </a:solidFill>
                <a:latin typeface="Arial"/>
                <a:ea typeface="Arial"/>
                <a:cs typeface="Arial"/>
              </a:defRPr>
            </a:lvl6pPr>
            <a:lvl7pPr>
              <a:defRPr sz="2400" b="1">
                <a:solidFill>
                  <a:srgbClr val="F0F5F5"/>
                </a:solidFill>
                <a:latin typeface="Arial"/>
                <a:ea typeface="Arial"/>
                <a:cs typeface="Arial"/>
              </a:defRPr>
            </a:lvl7pPr>
            <a:lvl8pPr>
              <a:defRPr sz="2400" b="1">
                <a:solidFill>
                  <a:srgbClr val="F0F5F5"/>
                </a:solidFill>
                <a:latin typeface="Arial"/>
                <a:ea typeface="Arial"/>
                <a:cs typeface="Arial"/>
              </a:defRPr>
            </a:lvl8pPr>
            <a:lvl9pPr>
              <a:defRPr sz="2400" b="1">
                <a:solidFill>
                  <a:srgbClr val="F0F5F5"/>
                </a:solidFill>
                <a:latin typeface="Arial"/>
                <a:ea typeface="Arial"/>
                <a:cs typeface="Arial"/>
              </a:defRPr>
            </a:lvl9pPr>
          </a:lstStyle>
          <a:p xmlns:a="http://schemas.openxmlformats.org/drawingml/2006/main">
            <a:pPr>
              <a:defRPr sz="2400" b="1">
                <a:solidFill>
                  <a:srgbClr val="F0F5F5"/>
                </a:solidFill>
                <a:latin typeface="Arial"/>
                <a:ea typeface="Arial"/>
                <a:cs typeface="Arial"/>
              </a:defRPr>
            </a:pPr>
            <a:r>
              <a:rPr sz="2400" b="1">
                <a:solidFill>
                  <a:srgbClr val="F0F5F5"/>
                </a:solidFill>
                <a:latin typeface="Arial"/>
                <a:ea typeface="Arial"/>
                <a:cs typeface="Arial"/>
              </a:rPr>
              <a:t>Белгілерді</a:t>
            </a:r>
          </a:p>
          <a:p xmlns:a="http://schemas.openxmlformats.org/drawingml/2006/main">
            <a:pPr>
              <a:defRPr sz="2400" b="1">
                <a:solidFill>
                  <a:srgbClr val="F0F5F5"/>
                </a:solidFill>
                <a:latin typeface="Arial"/>
                <a:ea typeface="Arial"/>
                <a:cs typeface="Arial"/>
              </a:defRPr>
            </a:pPr>
            <a:r>
              <a:rPr sz="2400" b="1">
                <a:solidFill>
                  <a:srgbClr val="F0F5F5"/>
                </a:solidFill>
                <a:latin typeface="Arial"/>
                <a:ea typeface="Arial"/>
                <a:cs typeface="Arial"/>
              </a:rPr>
              <a:t>нақтылау</a:t>
            </a:r>
          </a:p>
        </p:txBody>
      </p:sp>
      <p:sp>
        <p:nvSpPr>
          <p:cNvPr id="11" name="">
            <a:extLst xmlns:a="http://schemas.openxmlformats.org/drawingml/2006/main">
              <a:ext uri="{FF2B5EF4-FFF2-40B4-BE49-F238E27FC236}">
                <a16:creationId xmlns:a16="http://schemas.microsoft.com/office/drawing/2014/main" id="{A87F3907-F509-4979-AAA1-B60942F400AD}"/>
              </a:ext>
            </a:extLst>
          </p:cNvPr>
          <p:cNvSpPr>
            <a:spLocks xmlns:a="http://schemas.openxmlformats.org/drawingml/2006/main" noGrp="1"/>
          </p:cNvSpPr>
          <p:nvPr/>
        </p:nvSpPr>
        <p:spPr>
          <a:xfrm xmlns:a="http://schemas.openxmlformats.org/drawingml/2006/main">
            <a:off x="533400" y="4286250"/>
            <a:ext cx="350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ADBDC7"/>
                </a:solidFill>
                <a:latin typeface="Arial"/>
                <a:ea typeface="Arial"/>
                <a:cs typeface="Arial"/>
              </a:defRPr>
            </a:defPPr>
            <a:lvl1pPr>
              <a:defRPr sz="1800" b="0">
                <a:solidFill>
                  <a:srgbClr val="ADBDC7"/>
                </a:solidFill>
                <a:latin typeface="Arial"/>
                <a:ea typeface="Arial"/>
                <a:cs typeface="Arial"/>
              </a:defRPr>
            </a:lvl1pPr>
            <a:lvl2pPr>
              <a:defRPr sz="1800" b="0">
                <a:solidFill>
                  <a:srgbClr val="ADBDC7"/>
                </a:solidFill>
                <a:latin typeface="Arial"/>
                <a:ea typeface="Arial"/>
                <a:cs typeface="Arial"/>
              </a:defRPr>
            </a:lvl2pPr>
            <a:lvl3pPr>
              <a:defRPr sz="1800" b="0">
                <a:solidFill>
                  <a:srgbClr val="ADBDC7"/>
                </a:solidFill>
                <a:latin typeface="Arial"/>
                <a:ea typeface="Arial"/>
                <a:cs typeface="Arial"/>
              </a:defRPr>
            </a:lvl3pPr>
            <a:lvl4pPr>
              <a:defRPr sz="1800" b="0">
                <a:solidFill>
                  <a:srgbClr val="ADBDC7"/>
                </a:solidFill>
                <a:latin typeface="Arial"/>
                <a:ea typeface="Arial"/>
                <a:cs typeface="Arial"/>
              </a:defRPr>
            </a:lvl4pPr>
            <a:lvl5pPr>
              <a:defRPr sz="1800" b="0">
                <a:solidFill>
                  <a:srgbClr val="ADBDC7"/>
                </a:solidFill>
                <a:latin typeface="Arial"/>
                <a:ea typeface="Arial"/>
                <a:cs typeface="Arial"/>
              </a:defRPr>
            </a:lvl5pPr>
            <a:lvl6pPr>
              <a:defRPr sz="1800" b="0">
                <a:solidFill>
                  <a:srgbClr val="ADBDC7"/>
                </a:solidFill>
                <a:latin typeface="Arial"/>
                <a:ea typeface="Arial"/>
                <a:cs typeface="Arial"/>
              </a:defRPr>
            </a:lvl6pPr>
            <a:lvl7pPr>
              <a:defRPr sz="1800" b="0">
                <a:solidFill>
                  <a:srgbClr val="ADBDC7"/>
                </a:solidFill>
                <a:latin typeface="Arial"/>
                <a:ea typeface="Arial"/>
                <a:cs typeface="Arial"/>
              </a:defRPr>
            </a:lvl7pPr>
            <a:lvl8pPr>
              <a:defRPr sz="1800" b="0">
                <a:solidFill>
                  <a:srgbClr val="ADBDC7"/>
                </a:solidFill>
                <a:latin typeface="Arial"/>
                <a:ea typeface="Arial"/>
                <a:cs typeface="Arial"/>
              </a:defRPr>
            </a:lvl8pPr>
            <a:lvl9pPr>
              <a:defRPr sz="1800" b="0">
                <a:solidFill>
                  <a:srgbClr val="ADBDC7"/>
                </a:solidFill>
                <a:latin typeface="Arial"/>
                <a:ea typeface="Arial"/>
                <a:cs typeface="Arial"/>
              </a:defRPr>
            </a:lvl9pPr>
          </a:lstStyle>
          <a:p xmlns:a="http://schemas.openxmlformats.org/drawingml/2006/main">
            <a:pPr>
              <a:defRPr sz="1800" b="0">
                <a:solidFill>
                  <a:srgbClr val="ADBDC7"/>
                </a:solidFill>
                <a:latin typeface="Arial"/>
                <a:ea typeface="Arial"/>
                <a:cs typeface="Arial"/>
              </a:defRPr>
            </a:pPr>
            <a:r>
              <a:rPr sz="1800" b="0">
                <a:solidFill>
                  <a:srgbClr val="ADBDC7"/>
                </a:solidFill>
                <a:latin typeface="Arial"/>
                <a:ea typeface="Arial"/>
                <a:cs typeface="Arial"/>
              </a:rPr>
              <a:t>Қазақша және аралас мәтін.</a:t>
            </a:r>
          </a:p>
          <a:p xmlns:a="http://schemas.openxmlformats.org/drawingml/2006/main">
            <a:pPr>
              <a:defRPr sz="1800" b="0">
                <a:solidFill>
                  <a:srgbClr val="ADBDC7"/>
                </a:solidFill>
                <a:latin typeface="Arial"/>
                <a:ea typeface="Arial"/>
                <a:cs typeface="Arial"/>
              </a:defRPr>
            </a:pPr>
            <a:r>
              <a:rPr sz="1800" b="0">
                <a:solidFill>
                  <a:srgbClr val="ADBDC7"/>
                </a:solidFill>
                <a:latin typeface="Arial"/>
                <a:ea typeface="Arial"/>
                <a:cs typeface="Arial"/>
              </a:rPr>
              <a:t>Жалған дабыл себептері.</a:t>
            </a:r>
          </a:p>
        </p:txBody>
      </p:sp>
      <p:sp>
        <p:nvSpPr>
          <p:cNvPr id="12" name="">
            <a:extLst xmlns:a="http://schemas.openxmlformats.org/drawingml/2006/main">
              <a:ext uri="{FF2B5EF4-FFF2-40B4-BE49-F238E27FC236}">
                <a16:creationId xmlns:a16="http://schemas.microsoft.com/office/drawing/2014/main" id="{1F9EB4FC-29C7-43E1-AD78-F32CE85C777D}"/>
              </a:ext>
            </a:extLst>
          </p:cNvPr>
          <p:cNvSpPr>
            <a:spLocks xmlns:a="http://schemas.openxmlformats.org/drawingml/2006/main" noGrp="1"/>
          </p:cNvSpPr>
          <p:nvPr/>
        </p:nvSpPr>
        <p:spPr>
          <a:xfrm xmlns:a="http://schemas.openxmlformats.org/drawingml/2006/main">
            <a:off x="4343400" y="2486025"/>
            <a:ext cx="350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4E1EE9D-88E3-417D-9F0F-FF04B85C2F45}"/>
              </a:ext>
            </a:extLst>
          </p:cNvPr>
          <p:cNvSpPr>
            <a:spLocks xmlns:a="http://schemas.openxmlformats.org/drawingml/2006/main" noGrp="1"/>
          </p:cNvSpPr>
          <p:nvPr/>
        </p:nvSpPr>
        <p:spPr>
          <a:xfrm xmlns:a="http://schemas.openxmlformats.org/drawingml/2006/main">
            <a:off x="4343400" y="2657475"/>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46DBC4"/>
                </a:solidFill>
                <a:latin typeface="Arial"/>
                <a:ea typeface="Arial"/>
                <a:cs typeface="Arial"/>
              </a:defRPr>
            </a:defPPr>
            <a:lvl1pPr>
              <a:defRPr sz="2250" b="0">
                <a:solidFill>
                  <a:srgbClr val="46DBC4"/>
                </a:solidFill>
                <a:latin typeface="Arial"/>
                <a:ea typeface="Arial"/>
                <a:cs typeface="Arial"/>
              </a:defRPr>
            </a:lvl1pPr>
            <a:lvl2pPr>
              <a:defRPr sz="2250" b="0">
                <a:solidFill>
                  <a:srgbClr val="46DBC4"/>
                </a:solidFill>
                <a:latin typeface="Arial"/>
                <a:ea typeface="Arial"/>
                <a:cs typeface="Arial"/>
              </a:defRPr>
            </a:lvl2pPr>
            <a:lvl3pPr>
              <a:defRPr sz="2250" b="0">
                <a:solidFill>
                  <a:srgbClr val="46DBC4"/>
                </a:solidFill>
                <a:latin typeface="Arial"/>
                <a:ea typeface="Arial"/>
                <a:cs typeface="Arial"/>
              </a:defRPr>
            </a:lvl3pPr>
            <a:lvl4pPr>
              <a:defRPr sz="2250" b="0">
                <a:solidFill>
                  <a:srgbClr val="46DBC4"/>
                </a:solidFill>
                <a:latin typeface="Arial"/>
                <a:ea typeface="Arial"/>
                <a:cs typeface="Arial"/>
              </a:defRPr>
            </a:lvl4pPr>
            <a:lvl5pPr>
              <a:defRPr sz="2250" b="0">
                <a:solidFill>
                  <a:srgbClr val="46DBC4"/>
                </a:solidFill>
                <a:latin typeface="Arial"/>
                <a:ea typeface="Arial"/>
                <a:cs typeface="Arial"/>
              </a:defRPr>
            </a:lvl5pPr>
            <a:lvl6pPr>
              <a:defRPr sz="2250" b="0">
                <a:solidFill>
                  <a:srgbClr val="46DBC4"/>
                </a:solidFill>
                <a:latin typeface="Arial"/>
                <a:ea typeface="Arial"/>
                <a:cs typeface="Arial"/>
              </a:defRPr>
            </a:lvl6pPr>
            <a:lvl7pPr>
              <a:defRPr sz="2250" b="0">
                <a:solidFill>
                  <a:srgbClr val="46DBC4"/>
                </a:solidFill>
                <a:latin typeface="Arial"/>
                <a:ea typeface="Arial"/>
                <a:cs typeface="Arial"/>
              </a:defRPr>
            </a:lvl7pPr>
            <a:lvl8pPr>
              <a:defRPr sz="2250" b="0">
                <a:solidFill>
                  <a:srgbClr val="46DBC4"/>
                </a:solidFill>
                <a:latin typeface="Arial"/>
                <a:ea typeface="Arial"/>
                <a:cs typeface="Arial"/>
              </a:defRPr>
            </a:lvl8pPr>
            <a:lvl9pPr>
              <a:defRPr sz="2250" b="0">
                <a:solidFill>
                  <a:srgbClr val="46DBC4"/>
                </a:solidFill>
                <a:latin typeface="Arial"/>
                <a:ea typeface="Arial"/>
                <a:cs typeface="Arial"/>
              </a:defRPr>
            </a:lvl9pPr>
          </a:lstStyle>
          <a:p xmlns:a="http://schemas.openxmlformats.org/drawingml/2006/main">
            <a:pPr>
              <a:defRPr sz="2250" b="0">
                <a:solidFill>
                  <a:srgbClr val="46DBC4"/>
                </a:solidFill>
                <a:latin typeface="Arial"/>
                <a:ea typeface="Arial"/>
                <a:cs typeface="Arial"/>
              </a:defRPr>
            </a:pPr>
            <a:r>
              <a:rPr sz="2250" b="0">
                <a:solidFill>
                  <a:srgbClr val="46DBC4"/>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8A9DE606-A209-4E62-88F1-6B1925EF93C3}"/>
              </a:ext>
            </a:extLst>
          </p:cNvPr>
          <p:cNvSpPr>
            <a:spLocks xmlns:a="http://schemas.openxmlformats.org/drawingml/2006/main" noGrp="1"/>
          </p:cNvSpPr>
          <p:nvPr/>
        </p:nvSpPr>
        <p:spPr>
          <a:xfrm xmlns:a="http://schemas.openxmlformats.org/drawingml/2006/main">
            <a:off x="5200650" y="27432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ADBDC7"/>
                </a:solidFill>
                <a:latin typeface="Arial"/>
                <a:ea typeface="Arial"/>
                <a:cs typeface="Arial"/>
              </a:defRPr>
            </a:defPPr>
            <a:lvl1pPr>
              <a:defRPr sz="1275" b="0">
                <a:solidFill>
                  <a:srgbClr val="ADBDC7"/>
                </a:solidFill>
                <a:latin typeface="Arial"/>
                <a:ea typeface="Arial"/>
                <a:cs typeface="Arial"/>
              </a:defRPr>
            </a:lvl1pPr>
            <a:lvl2pPr>
              <a:defRPr sz="1275" b="0">
                <a:solidFill>
                  <a:srgbClr val="ADBDC7"/>
                </a:solidFill>
                <a:latin typeface="Arial"/>
                <a:ea typeface="Arial"/>
                <a:cs typeface="Arial"/>
              </a:defRPr>
            </a:lvl2pPr>
            <a:lvl3pPr>
              <a:defRPr sz="1275" b="0">
                <a:solidFill>
                  <a:srgbClr val="ADBDC7"/>
                </a:solidFill>
                <a:latin typeface="Arial"/>
                <a:ea typeface="Arial"/>
                <a:cs typeface="Arial"/>
              </a:defRPr>
            </a:lvl3pPr>
            <a:lvl4pPr>
              <a:defRPr sz="1275" b="0">
                <a:solidFill>
                  <a:srgbClr val="ADBDC7"/>
                </a:solidFill>
                <a:latin typeface="Arial"/>
                <a:ea typeface="Arial"/>
                <a:cs typeface="Arial"/>
              </a:defRPr>
            </a:lvl4pPr>
            <a:lvl5pPr>
              <a:defRPr sz="1275" b="0">
                <a:solidFill>
                  <a:srgbClr val="ADBDC7"/>
                </a:solidFill>
                <a:latin typeface="Arial"/>
                <a:ea typeface="Arial"/>
                <a:cs typeface="Arial"/>
              </a:defRPr>
            </a:lvl5pPr>
            <a:lvl6pPr>
              <a:defRPr sz="1275" b="0">
                <a:solidFill>
                  <a:srgbClr val="ADBDC7"/>
                </a:solidFill>
                <a:latin typeface="Arial"/>
                <a:ea typeface="Arial"/>
                <a:cs typeface="Arial"/>
              </a:defRPr>
            </a:lvl6pPr>
            <a:lvl7pPr>
              <a:defRPr sz="1275" b="0">
                <a:solidFill>
                  <a:srgbClr val="ADBDC7"/>
                </a:solidFill>
                <a:latin typeface="Arial"/>
                <a:ea typeface="Arial"/>
                <a:cs typeface="Arial"/>
              </a:defRPr>
            </a:lvl7pPr>
            <a:lvl8pPr>
              <a:defRPr sz="1275" b="0">
                <a:solidFill>
                  <a:srgbClr val="ADBDC7"/>
                </a:solidFill>
                <a:latin typeface="Arial"/>
                <a:ea typeface="Arial"/>
                <a:cs typeface="Arial"/>
              </a:defRPr>
            </a:lvl8pPr>
            <a:lvl9pPr>
              <a:defRPr sz="1275" b="0">
                <a:solidFill>
                  <a:srgbClr val="ADBDC7"/>
                </a:solidFill>
                <a:latin typeface="Arial"/>
                <a:ea typeface="Arial"/>
                <a:cs typeface="Arial"/>
              </a:defRPr>
            </a:lvl9pPr>
          </a:lstStyle>
          <a:p xmlns:a="http://schemas.openxmlformats.org/drawingml/2006/main">
            <a:pPr>
              <a:defRPr sz="1275" b="0">
                <a:solidFill>
                  <a:srgbClr val="ADBDC7"/>
                </a:solidFill>
                <a:latin typeface="Arial"/>
                <a:ea typeface="Arial"/>
                <a:cs typeface="Arial"/>
              </a:defRPr>
            </a:pPr>
            <a:r>
              <a:rPr sz="1275" b="0">
                <a:solidFill>
                  <a:srgbClr val="ADBDC7"/>
                </a:solidFill>
                <a:latin typeface="Arial"/>
                <a:ea typeface="Arial"/>
                <a:cs typeface="Arial"/>
              </a:rPr>
              <a:t>ЖОСПАР</a:t>
            </a:r>
          </a:p>
        </p:txBody>
      </p:sp>
      <p:sp>
        <p:nvSpPr>
          <p:cNvPr id="15" name="">
            <a:extLst xmlns:a="http://schemas.openxmlformats.org/drawingml/2006/main">
              <a:ext uri="{FF2B5EF4-FFF2-40B4-BE49-F238E27FC236}">
                <a16:creationId xmlns:a16="http://schemas.microsoft.com/office/drawing/2014/main" id="{580C38BD-A014-49A6-86FE-50CF9A96A089}"/>
              </a:ext>
            </a:extLst>
          </p:cNvPr>
          <p:cNvSpPr>
            <a:spLocks xmlns:a="http://schemas.openxmlformats.org/drawingml/2006/main" noGrp="1"/>
          </p:cNvSpPr>
          <p:nvPr/>
        </p:nvSpPr>
        <p:spPr>
          <a:xfrm xmlns:a="http://schemas.openxmlformats.org/drawingml/2006/main">
            <a:off x="4343400" y="3276600"/>
            <a:ext cx="350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F0F5F5"/>
                </a:solidFill>
                <a:latin typeface="Arial"/>
                <a:ea typeface="Arial"/>
                <a:cs typeface="Arial"/>
              </a:defRPr>
            </a:defPPr>
            <a:lvl1pPr>
              <a:defRPr sz="2400" b="1">
                <a:solidFill>
                  <a:srgbClr val="F0F5F5"/>
                </a:solidFill>
                <a:latin typeface="Arial"/>
                <a:ea typeface="Arial"/>
                <a:cs typeface="Arial"/>
              </a:defRPr>
            </a:lvl1pPr>
            <a:lvl2pPr>
              <a:defRPr sz="2400" b="1">
                <a:solidFill>
                  <a:srgbClr val="F0F5F5"/>
                </a:solidFill>
                <a:latin typeface="Arial"/>
                <a:ea typeface="Arial"/>
                <a:cs typeface="Arial"/>
              </a:defRPr>
            </a:lvl2pPr>
            <a:lvl3pPr>
              <a:defRPr sz="2400" b="1">
                <a:solidFill>
                  <a:srgbClr val="F0F5F5"/>
                </a:solidFill>
                <a:latin typeface="Arial"/>
                <a:ea typeface="Arial"/>
                <a:cs typeface="Arial"/>
              </a:defRPr>
            </a:lvl3pPr>
            <a:lvl4pPr>
              <a:defRPr sz="2400" b="1">
                <a:solidFill>
                  <a:srgbClr val="F0F5F5"/>
                </a:solidFill>
                <a:latin typeface="Arial"/>
                <a:ea typeface="Arial"/>
                <a:cs typeface="Arial"/>
              </a:defRPr>
            </a:lvl4pPr>
            <a:lvl5pPr>
              <a:defRPr sz="2400" b="1">
                <a:solidFill>
                  <a:srgbClr val="F0F5F5"/>
                </a:solidFill>
                <a:latin typeface="Arial"/>
                <a:ea typeface="Arial"/>
                <a:cs typeface="Arial"/>
              </a:defRPr>
            </a:lvl5pPr>
            <a:lvl6pPr>
              <a:defRPr sz="2400" b="1">
                <a:solidFill>
                  <a:srgbClr val="F0F5F5"/>
                </a:solidFill>
                <a:latin typeface="Arial"/>
                <a:ea typeface="Arial"/>
                <a:cs typeface="Arial"/>
              </a:defRPr>
            </a:lvl6pPr>
            <a:lvl7pPr>
              <a:defRPr sz="2400" b="1">
                <a:solidFill>
                  <a:srgbClr val="F0F5F5"/>
                </a:solidFill>
                <a:latin typeface="Arial"/>
                <a:ea typeface="Arial"/>
                <a:cs typeface="Arial"/>
              </a:defRPr>
            </a:lvl7pPr>
            <a:lvl8pPr>
              <a:defRPr sz="2400" b="1">
                <a:solidFill>
                  <a:srgbClr val="F0F5F5"/>
                </a:solidFill>
                <a:latin typeface="Arial"/>
                <a:ea typeface="Arial"/>
                <a:cs typeface="Arial"/>
              </a:defRPr>
            </a:lvl8pPr>
            <a:lvl9pPr>
              <a:defRPr sz="2400" b="1">
                <a:solidFill>
                  <a:srgbClr val="F0F5F5"/>
                </a:solidFill>
                <a:latin typeface="Arial"/>
                <a:ea typeface="Arial"/>
                <a:cs typeface="Arial"/>
              </a:defRPr>
            </a:lvl9pPr>
          </a:lstStyle>
          <a:p xmlns:a="http://schemas.openxmlformats.org/drawingml/2006/main">
            <a:pPr>
              <a:defRPr sz="2400" b="1">
                <a:solidFill>
                  <a:srgbClr val="F0F5F5"/>
                </a:solidFill>
                <a:latin typeface="Arial"/>
                <a:ea typeface="Arial"/>
                <a:cs typeface="Arial"/>
              </a:defRPr>
            </a:pPr>
            <a:r>
              <a:rPr sz="2400" b="1">
                <a:solidFill>
                  <a:srgbClr val="F0F5F5"/>
                </a:solidFill>
                <a:latin typeface="Arial"/>
                <a:ea typeface="Arial"/>
                <a:cs typeface="Arial"/>
              </a:rPr>
              <a:t>Тәуелсіз</a:t>
            </a:r>
          </a:p>
          <a:p xmlns:a="http://schemas.openxmlformats.org/drawingml/2006/main">
            <a:pPr>
              <a:defRPr sz="2400" b="1">
                <a:solidFill>
                  <a:srgbClr val="F0F5F5"/>
                </a:solidFill>
                <a:latin typeface="Arial"/>
                <a:ea typeface="Arial"/>
                <a:cs typeface="Arial"/>
              </a:defRPr>
            </a:pPr>
            <a:r>
              <a:rPr sz="2400" b="1">
                <a:solidFill>
                  <a:srgbClr val="F0F5F5"/>
                </a:solidFill>
                <a:latin typeface="Arial"/>
                <a:ea typeface="Arial"/>
                <a:cs typeface="Arial"/>
              </a:rPr>
              <a:t>бағалау</a:t>
            </a:r>
          </a:p>
        </p:txBody>
      </p:sp>
      <p:sp>
        <p:nvSpPr>
          <p:cNvPr id="16" name="">
            <a:extLst xmlns:a="http://schemas.openxmlformats.org/drawingml/2006/main">
              <a:ext uri="{FF2B5EF4-FFF2-40B4-BE49-F238E27FC236}">
                <a16:creationId xmlns:a16="http://schemas.microsoft.com/office/drawing/2014/main" id="{280B85C6-D081-4583-AED2-1E7632D3CC12}"/>
              </a:ext>
            </a:extLst>
          </p:cNvPr>
          <p:cNvSpPr>
            <a:spLocks xmlns:a="http://schemas.openxmlformats.org/drawingml/2006/main" noGrp="1"/>
          </p:cNvSpPr>
          <p:nvPr/>
        </p:nvSpPr>
        <p:spPr>
          <a:xfrm xmlns:a="http://schemas.openxmlformats.org/drawingml/2006/main">
            <a:off x="4343400" y="4286250"/>
            <a:ext cx="350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ADBDC7"/>
                </a:solidFill>
                <a:latin typeface="Arial"/>
                <a:ea typeface="Arial"/>
                <a:cs typeface="Arial"/>
              </a:defRPr>
            </a:defPPr>
            <a:lvl1pPr>
              <a:defRPr sz="1800" b="0">
                <a:solidFill>
                  <a:srgbClr val="ADBDC7"/>
                </a:solidFill>
                <a:latin typeface="Arial"/>
                <a:ea typeface="Arial"/>
                <a:cs typeface="Arial"/>
              </a:defRPr>
            </a:lvl1pPr>
            <a:lvl2pPr>
              <a:defRPr sz="1800" b="0">
                <a:solidFill>
                  <a:srgbClr val="ADBDC7"/>
                </a:solidFill>
                <a:latin typeface="Arial"/>
                <a:ea typeface="Arial"/>
                <a:cs typeface="Arial"/>
              </a:defRPr>
            </a:lvl2pPr>
            <a:lvl3pPr>
              <a:defRPr sz="1800" b="0">
                <a:solidFill>
                  <a:srgbClr val="ADBDC7"/>
                </a:solidFill>
                <a:latin typeface="Arial"/>
                <a:ea typeface="Arial"/>
                <a:cs typeface="Arial"/>
              </a:defRPr>
            </a:lvl3pPr>
            <a:lvl4pPr>
              <a:defRPr sz="1800" b="0">
                <a:solidFill>
                  <a:srgbClr val="ADBDC7"/>
                </a:solidFill>
                <a:latin typeface="Arial"/>
                <a:ea typeface="Arial"/>
                <a:cs typeface="Arial"/>
              </a:defRPr>
            </a:lvl4pPr>
            <a:lvl5pPr>
              <a:defRPr sz="1800" b="0">
                <a:solidFill>
                  <a:srgbClr val="ADBDC7"/>
                </a:solidFill>
                <a:latin typeface="Arial"/>
                <a:ea typeface="Arial"/>
                <a:cs typeface="Arial"/>
              </a:defRPr>
            </a:lvl5pPr>
            <a:lvl6pPr>
              <a:defRPr sz="1800" b="0">
                <a:solidFill>
                  <a:srgbClr val="ADBDC7"/>
                </a:solidFill>
                <a:latin typeface="Arial"/>
                <a:ea typeface="Arial"/>
                <a:cs typeface="Arial"/>
              </a:defRPr>
            </a:lvl6pPr>
            <a:lvl7pPr>
              <a:defRPr sz="1800" b="0">
                <a:solidFill>
                  <a:srgbClr val="ADBDC7"/>
                </a:solidFill>
                <a:latin typeface="Arial"/>
                <a:ea typeface="Arial"/>
                <a:cs typeface="Arial"/>
              </a:defRPr>
            </a:lvl7pPr>
            <a:lvl8pPr>
              <a:defRPr sz="1800" b="0">
                <a:solidFill>
                  <a:srgbClr val="ADBDC7"/>
                </a:solidFill>
                <a:latin typeface="Arial"/>
                <a:ea typeface="Arial"/>
                <a:cs typeface="Arial"/>
              </a:defRPr>
            </a:lvl8pPr>
            <a:lvl9pPr>
              <a:defRPr sz="1800" b="0">
                <a:solidFill>
                  <a:srgbClr val="ADBDC7"/>
                </a:solidFill>
                <a:latin typeface="Arial"/>
                <a:ea typeface="Arial"/>
                <a:cs typeface="Arial"/>
              </a:defRPr>
            </a:lvl9pPr>
          </a:lstStyle>
          <a:p xmlns:a="http://schemas.openxmlformats.org/drawingml/2006/main">
            <a:pPr>
              <a:defRPr sz="1800" b="0">
                <a:solidFill>
                  <a:srgbClr val="ADBDC7"/>
                </a:solidFill>
                <a:latin typeface="Arial"/>
                <a:ea typeface="Arial"/>
                <a:cs typeface="Arial"/>
              </a:defRPr>
            </a:pPr>
            <a:r>
              <a:rPr sz="1800" b="0">
                <a:solidFill>
                  <a:srgbClr val="ADBDC7"/>
                </a:solidFill>
                <a:latin typeface="Arial"/>
                <a:ea typeface="Arial"/>
                <a:cs typeface="Arial"/>
              </a:rPr>
              <a:t>Жаңа деректер жиыны.</a:t>
            </a:r>
          </a:p>
          <a:p xmlns:a="http://schemas.openxmlformats.org/drawingml/2006/main">
            <a:pPr>
              <a:defRPr sz="1800" b="0">
                <a:solidFill>
                  <a:srgbClr val="ADBDC7"/>
                </a:solidFill>
                <a:latin typeface="Arial"/>
                <a:ea typeface="Arial"/>
                <a:cs typeface="Arial"/>
              </a:defRPr>
            </a:pPr>
            <a:r>
              <a:rPr sz="1800" b="0">
                <a:solidFill>
                  <a:srgbClr val="ADBDC7"/>
                </a:solidFill>
                <a:latin typeface="Arial"/>
                <a:ea typeface="Arial"/>
                <a:cs typeface="Arial"/>
              </a:rPr>
              <a:t>Қателерді бөлек өлшеу.</a:t>
            </a:r>
          </a:p>
        </p:txBody>
      </p:sp>
      <p:sp>
        <p:nvSpPr>
          <p:cNvPr id="17" name="">
            <a:extLst xmlns:a="http://schemas.openxmlformats.org/drawingml/2006/main">
              <a:ext uri="{FF2B5EF4-FFF2-40B4-BE49-F238E27FC236}">
                <a16:creationId xmlns:a16="http://schemas.microsoft.com/office/drawing/2014/main" id="{B8F9FE60-2D50-488B-803E-B8EC17E7258B}"/>
              </a:ext>
            </a:extLst>
          </p:cNvPr>
          <p:cNvSpPr>
            <a:spLocks xmlns:a="http://schemas.openxmlformats.org/drawingml/2006/main" noGrp="1"/>
          </p:cNvSpPr>
          <p:nvPr/>
        </p:nvSpPr>
        <p:spPr>
          <a:xfrm xmlns:a="http://schemas.openxmlformats.org/drawingml/2006/main">
            <a:off x="8153400" y="2486025"/>
            <a:ext cx="3505200" cy="9525"/>
          </a:xfrm>
          <a:prstGeom xmlns:a="http://schemas.openxmlformats.org/drawingml/2006/main" prst="rect">
            <a:avLst/>
          </a:prstGeom>
          <a:solidFill xmlns:a="http://schemas.openxmlformats.org/drawingml/2006/main">
            <a:srgbClr val="34444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5DBC7B7-FB76-434A-9F40-BFD59BB25CCC}"/>
              </a:ext>
            </a:extLst>
          </p:cNvPr>
          <p:cNvSpPr>
            <a:spLocks xmlns:a="http://schemas.openxmlformats.org/drawingml/2006/main" noGrp="1"/>
          </p:cNvSpPr>
          <p:nvPr/>
        </p:nvSpPr>
        <p:spPr>
          <a:xfrm xmlns:a="http://schemas.openxmlformats.org/drawingml/2006/main">
            <a:off x="8153400" y="2657475"/>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46DBC4"/>
                </a:solidFill>
                <a:latin typeface="Arial"/>
                <a:ea typeface="Arial"/>
                <a:cs typeface="Arial"/>
              </a:defRPr>
            </a:defPPr>
            <a:lvl1pPr>
              <a:defRPr sz="2250" b="0">
                <a:solidFill>
                  <a:srgbClr val="46DBC4"/>
                </a:solidFill>
                <a:latin typeface="Arial"/>
                <a:ea typeface="Arial"/>
                <a:cs typeface="Arial"/>
              </a:defRPr>
            </a:lvl1pPr>
            <a:lvl2pPr>
              <a:defRPr sz="2250" b="0">
                <a:solidFill>
                  <a:srgbClr val="46DBC4"/>
                </a:solidFill>
                <a:latin typeface="Arial"/>
                <a:ea typeface="Arial"/>
                <a:cs typeface="Arial"/>
              </a:defRPr>
            </a:lvl2pPr>
            <a:lvl3pPr>
              <a:defRPr sz="2250" b="0">
                <a:solidFill>
                  <a:srgbClr val="46DBC4"/>
                </a:solidFill>
                <a:latin typeface="Arial"/>
                <a:ea typeface="Arial"/>
                <a:cs typeface="Arial"/>
              </a:defRPr>
            </a:lvl3pPr>
            <a:lvl4pPr>
              <a:defRPr sz="2250" b="0">
                <a:solidFill>
                  <a:srgbClr val="46DBC4"/>
                </a:solidFill>
                <a:latin typeface="Arial"/>
                <a:ea typeface="Arial"/>
                <a:cs typeface="Arial"/>
              </a:defRPr>
            </a:lvl4pPr>
            <a:lvl5pPr>
              <a:defRPr sz="2250" b="0">
                <a:solidFill>
                  <a:srgbClr val="46DBC4"/>
                </a:solidFill>
                <a:latin typeface="Arial"/>
                <a:ea typeface="Arial"/>
                <a:cs typeface="Arial"/>
              </a:defRPr>
            </a:lvl5pPr>
            <a:lvl6pPr>
              <a:defRPr sz="2250" b="0">
                <a:solidFill>
                  <a:srgbClr val="46DBC4"/>
                </a:solidFill>
                <a:latin typeface="Arial"/>
                <a:ea typeface="Arial"/>
                <a:cs typeface="Arial"/>
              </a:defRPr>
            </a:lvl6pPr>
            <a:lvl7pPr>
              <a:defRPr sz="2250" b="0">
                <a:solidFill>
                  <a:srgbClr val="46DBC4"/>
                </a:solidFill>
                <a:latin typeface="Arial"/>
                <a:ea typeface="Arial"/>
                <a:cs typeface="Arial"/>
              </a:defRPr>
            </a:lvl7pPr>
            <a:lvl8pPr>
              <a:defRPr sz="2250" b="0">
                <a:solidFill>
                  <a:srgbClr val="46DBC4"/>
                </a:solidFill>
                <a:latin typeface="Arial"/>
                <a:ea typeface="Arial"/>
                <a:cs typeface="Arial"/>
              </a:defRPr>
            </a:lvl8pPr>
            <a:lvl9pPr>
              <a:defRPr sz="2250" b="0">
                <a:solidFill>
                  <a:srgbClr val="46DBC4"/>
                </a:solidFill>
                <a:latin typeface="Arial"/>
                <a:ea typeface="Arial"/>
                <a:cs typeface="Arial"/>
              </a:defRPr>
            </a:lvl9pPr>
          </a:lstStyle>
          <a:p xmlns:a="http://schemas.openxmlformats.org/drawingml/2006/main">
            <a:pPr>
              <a:defRPr sz="2250" b="0">
                <a:solidFill>
                  <a:srgbClr val="46DBC4"/>
                </a:solidFill>
                <a:latin typeface="Arial"/>
                <a:ea typeface="Arial"/>
                <a:cs typeface="Arial"/>
              </a:defRPr>
            </a:pPr>
            <a:r>
              <a:rPr sz="2250" b="0">
                <a:solidFill>
                  <a:srgbClr val="46DBC4"/>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44176D56-3655-4D7D-9425-10EFE2DEC1BF}"/>
              </a:ext>
            </a:extLst>
          </p:cNvPr>
          <p:cNvSpPr>
            <a:spLocks xmlns:a="http://schemas.openxmlformats.org/drawingml/2006/main" noGrp="1"/>
          </p:cNvSpPr>
          <p:nvPr/>
        </p:nvSpPr>
        <p:spPr>
          <a:xfrm xmlns:a="http://schemas.openxmlformats.org/drawingml/2006/main">
            <a:off x="9010650" y="27432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ADBDC7"/>
                </a:solidFill>
                <a:latin typeface="Arial"/>
                <a:ea typeface="Arial"/>
                <a:cs typeface="Arial"/>
              </a:defRPr>
            </a:defPPr>
            <a:lvl1pPr>
              <a:defRPr sz="1275" b="0">
                <a:solidFill>
                  <a:srgbClr val="ADBDC7"/>
                </a:solidFill>
                <a:latin typeface="Arial"/>
                <a:ea typeface="Arial"/>
                <a:cs typeface="Arial"/>
              </a:defRPr>
            </a:lvl1pPr>
            <a:lvl2pPr>
              <a:defRPr sz="1275" b="0">
                <a:solidFill>
                  <a:srgbClr val="ADBDC7"/>
                </a:solidFill>
                <a:latin typeface="Arial"/>
                <a:ea typeface="Arial"/>
                <a:cs typeface="Arial"/>
              </a:defRPr>
            </a:lvl2pPr>
            <a:lvl3pPr>
              <a:defRPr sz="1275" b="0">
                <a:solidFill>
                  <a:srgbClr val="ADBDC7"/>
                </a:solidFill>
                <a:latin typeface="Arial"/>
                <a:ea typeface="Arial"/>
                <a:cs typeface="Arial"/>
              </a:defRPr>
            </a:lvl3pPr>
            <a:lvl4pPr>
              <a:defRPr sz="1275" b="0">
                <a:solidFill>
                  <a:srgbClr val="ADBDC7"/>
                </a:solidFill>
                <a:latin typeface="Arial"/>
                <a:ea typeface="Arial"/>
                <a:cs typeface="Arial"/>
              </a:defRPr>
            </a:lvl4pPr>
            <a:lvl5pPr>
              <a:defRPr sz="1275" b="0">
                <a:solidFill>
                  <a:srgbClr val="ADBDC7"/>
                </a:solidFill>
                <a:latin typeface="Arial"/>
                <a:ea typeface="Arial"/>
                <a:cs typeface="Arial"/>
              </a:defRPr>
            </a:lvl5pPr>
            <a:lvl6pPr>
              <a:defRPr sz="1275" b="0">
                <a:solidFill>
                  <a:srgbClr val="ADBDC7"/>
                </a:solidFill>
                <a:latin typeface="Arial"/>
                <a:ea typeface="Arial"/>
                <a:cs typeface="Arial"/>
              </a:defRPr>
            </a:lvl6pPr>
            <a:lvl7pPr>
              <a:defRPr sz="1275" b="0">
                <a:solidFill>
                  <a:srgbClr val="ADBDC7"/>
                </a:solidFill>
                <a:latin typeface="Arial"/>
                <a:ea typeface="Arial"/>
                <a:cs typeface="Arial"/>
              </a:defRPr>
            </a:lvl7pPr>
            <a:lvl8pPr>
              <a:defRPr sz="1275" b="0">
                <a:solidFill>
                  <a:srgbClr val="ADBDC7"/>
                </a:solidFill>
                <a:latin typeface="Arial"/>
                <a:ea typeface="Arial"/>
                <a:cs typeface="Arial"/>
              </a:defRPr>
            </a:lvl8pPr>
            <a:lvl9pPr>
              <a:defRPr sz="1275" b="0">
                <a:solidFill>
                  <a:srgbClr val="ADBDC7"/>
                </a:solidFill>
                <a:latin typeface="Arial"/>
                <a:ea typeface="Arial"/>
                <a:cs typeface="Arial"/>
              </a:defRPr>
            </a:lvl9pPr>
          </a:lstStyle>
          <a:p xmlns:a="http://schemas.openxmlformats.org/drawingml/2006/main">
            <a:pPr>
              <a:defRPr sz="1275" b="0">
                <a:solidFill>
                  <a:srgbClr val="ADBDC7"/>
                </a:solidFill>
                <a:latin typeface="Arial"/>
                <a:ea typeface="Arial"/>
                <a:cs typeface="Arial"/>
              </a:defRPr>
            </a:pPr>
            <a:r>
              <a:rPr sz="1275" b="0">
                <a:solidFill>
                  <a:srgbClr val="ADBDC7"/>
                </a:solidFill>
                <a:latin typeface="Arial"/>
                <a:ea typeface="Arial"/>
                <a:cs typeface="Arial"/>
              </a:rPr>
              <a:t>ЖОСПАР</a:t>
            </a:r>
          </a:p>
        </p:txBody>
      </p:sp>
      <p:sp>
        <p:nvSpPr>
          <p:cNvPr id="20" name="">
            <a:extLst xmlns:a="http://schemas.openxmlformats.org/drawingml/2006/main">
              <a:ext uri="{FF2B5EF4-FFF2-40B4-BE49-F238E27FC236}">
                <a16:creationId xmlns:a16="http://schemas.microsoft.com/office/drawing/2014/main" id="{5CD8BE42-06DA-4684-BFFB-8213CCFA67E4}"/>
              </a:ext>
            </a:extLst>
          </p:cNvPr>
          <p:cNvSpPr>
            <a:spLocks xmlns:a="http://schemas.openxmlformats.org/drawingml/2006/main" noGrp="1"/>
          </p:cNvSpPr>
          <p:nvPr/>
        </p:nvSpPr>
        <p:spPr>
          <a:xfrm xmlns:a="http://schemas.openxmlformats.org/drawingml/2006/main">
            <a:off x="8153400" y="3276600"/>
            <a:ext cx="350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F0F5F5"/>
                </a:solidFill>
                <a:latin typeface="Arial"/>
                <a:ea typeface="Arial"/>
                <a:cs typeface="Arial"/>
              </a:defRPr>
            </a:defPPr>
            <a:lvl1pPr>
              <a:defRPr sz="2400" b="1">
                <a:solidFill>
                  <a:srgbClr val="F0F5F5"/>
                </a:solidFill>
                <a:latin typeface="Arial"/>
                <a:ea typeface="Arial"/>
                <a:cs typeface="Arial"/>
              </a:defRPr>
            </a:lvl1pPr>
            <a:lvl2pPr>
              <a:defRPr sz="2400" b="1">
                <a:solidFill>
                  <a:srgbClr val="F0F5F5"/>
                </a:solidFill>
                <a:latin typeface="Arial"/>
                <a:ea typeface="Arial"/>
                <a:cs typeface="Arial"/>
              </a:defRPr>
            </a:lvl2pPr>
            <a:lvl3pPr>
              <a:defRPr sz="2400" b="1">
                <a:solidFill>
                  <a:srgbClr val="F0F5F5"/>
                </a:solidFill>
                <a:latin typeface="Arial"/>
                <a:ea typeface="Arial"/>
                <a:cs typeface="Arial"/>
              </a:defRPr>
            </a:lvl3pPr>
            <a:lvl4pPr>
              <a:defRPr sz="2400" b="1">
                <a:solidFill>
                  <a:srgbClr val="F0F5F5"/>
                </a:solidFill>
                <a:latin typeface="Arial"/>
                <a:ea typeface="Arial"/>
                <a:cs typeface="Arial"/>
              </a:defRPr>
            </a:lvl4pPr>
            <a:lvl5pPr>
              <a:defRPr sz="2400" b="1">
                <a:solidFill>
                  <a:srgbClr val="F0F5F5"/>
                </a:solidFill>
                <a:latin typeface="Arial"/>
                <a:ea typeface="Arial"/>
                <a:cs typeface="Arial"/>
              </a:defRPr>
            </a:lvl5pPr>
            <a:lvl6pPr>
              <a:defRPr sz="2400" b="1">
                <a:solidFill>
                  <a:srgbClr val="F0F5F5"/>
                </a:solidFill>
                <a:latin typeface="Arial"/>
                <a:ea typeface="Arial"/>
                <a:cs typeface="Arial"/>
              </a:defRPr>
            </a:lvl6pPr>
            <a:lvl7pPr>
              <a:defRPr sz="2400" b="1">
                <a:solidFill>
                  <a:srgbClr val="F0F5F5"/>
                </a:solidFill>
                <a:latin typeface="Arial"/>
                <a:ea typeface="Arial"/>
                <a:cs typeface="Arial"/>
              </a:defRPr>
            </a:lvl7pPr>
            <a:lvl8pPr>
              <a:defRPr sz="2400" b="1">
                <a:solidFill>
                  <a:srgbClr val="F0F5F5"/>
                </a:solidFill>
                <a:latin typeface="Arial"/>
                <a:ea typeface="Arial"/>
                <a:cs typeface="Arial"/>
              </a:defRPr>
            </a:lvl8pPr>
            <a:lvl9pPr>
              <a:defRPr sz="2400" b="1">
                <a:solidFill>
                  <a:srgbClr val="F0F5F5"/>
                </a:solidFill>
                <a:latin typeface="Arial"/>
                <a:ea typeface="Arial"/>
                <a:cs typeface="Arial"/>
              </a:defRPr>
            </a:lvl9pPr>
          </a:lstStyle>
          <a:p xmlns:a="http://schemas.openxmlformats.org/drawingml/2006/main">
            <a:pPr>
              <a:defRPr sz="2400" b="1">
                <a:solidFill>
                  <a:srgbClr val="F0F5F5"/>
                </a:solidFill>
                <a:latin typeface="Arial"/>
                <a:ea typeface="Arial"/>
                <a:cs typeface="Arial"/>
              </a:defRPr>
            </a:pPr>
            <a:r>
              <a:rPr sz="2400" b="1">
                <a:solidFill>
                  <a:srgbClr val="F0F5F5"/>
                </a:solidFill>
                <a:latin typeface="Arial"/>
                <a:ea typeface="Arial"/>
                <a:cs typeface="Arial"/>
              </a:rPr>
              <a:t>Аналитикпен</a:t>
            </a:r>
          </a:p>
          <a:p xmlns:a="http://schemas.openxmlformats.org/drawingml/2006/main">
            <a:pPr>
              <a:defRPr sz="2400" b="1">
                <a:solidFill>
                  <a:srgbClr val="F0F5F5"/>
                </a:solidFill>
                <a:latin typeface="Arial"/>
                <a:ea typeface="Arial"/>
                <a:cs typeface="Arial"/>
              </a:defRPr>
            </a:pPr>
            <a:r>
              <a:rPr sz="2400" b="1">
                <a:solidFill>
                  <a:srgbClr val="F0F5F5"/>
                </a:solidFill>
                <a:latin typeface="Arial"/>
                <a:ea typeface="Arial"/>
                <a:cs typeface="Arial"/>
              </a:rPr>
              <a:t>пилот</a:t>
            </a:r>
          </a:p>
        </p:txBody>
      </p:sp>
      <p:sp>
        <p:nvSpPr>
          <p:cNvPr id="21" name="">
            <a:extLst xmlns:a="http://schemas.openxmlformats.org/drawingml/2006/main">
              <a:ext uri="{FF2B5EF4-FFF2-40B4-BE49-F238E27FC236}">
                <a16:creationId xmlns:a16="http://schemas.microsoft.com/office/drawing/2014/main" id="{D4D1DF62-B4AF-4207-BEB8-CD8F240B13A6}"/>
              </a:ext>
            </a:extLst>
          </p:cNvPr>
          <p:cNvSpPr>
            <a:spLocks xmlns:a="http://schemas.openxmlformats.org/drawingml/2006/main" noGrp="1"/>
          </p:cNvSpPr>
          <p:nvPr/>
        </p:nvSpPr>
        <p:spPr>
          <a:xfrm xmlns:a="http://schemas.openxmlformats.org/drawingml/2006/main">
            <a:off x="8153400" y="4286250"/>
            <a:ext cx="350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ADBDC7"/>
                </a:solidFill>
                <a:latin typeface="Arial"/>
                <a:ea typeface="Arial"/>
                <a:cs typeface="Arial"/>
              </a:defRPr>
            </a:defPPr>
            <a:lvl1pPr>
              <a:defRPr sz="1800" b="0">
                <a:solidFill>
                  <a:srgbClr val="ADBDC7"/>
                </a:solidFill>
                <a:latin typeface="Arial"/>
                <a:ea typeface="Arial"/>
                <a:cs typeface="Arial"/>
              </a:defRPr>
            </a:lvl1pPr>
            <a:lvl2pPr>
              <a:defRPr sz="1800" b="0">
                <a:solidFill>
                  <a:srgbClr val="ADBDC7"/>
                </a:solidFill>
                <a:latin typeface="Arial"/>
                <a:ea typeface="Arial"/>
                <a:cs typeface="Arial"/>
              </a:defRPr>
            </a:lvl2pPr>
            <a:lvl3pPr>
              <a:defRPr sz="1800" b="0">
                <a:solidFill>
                  <a:srgbClr val="ADBDC7"/>
                </a:solidFill>
                <a:latin typeface="Arial"/>
                <a:ea typeface="Arial"/>
                <a:cs typeface="Arial"/>
              </a:defRPr>
            </a:lvl3pPr>
            <a:lvl4pPr>
              <a:defRPr sz="1800" b="0">
                <a:solidFill>
                  <a:srgbClr val="ADBDC7"/>
                </a:solidFill>
                <a:latin typeface="Arial"/>
                <a:ea typeface="Arial"/>
                <a:cs typeface="Arial"/>
              </a:defRPr>
            </a:lvl4pPr>
            <a:lvl5pPr>
              <a:defRPr sz="1800" b="0">
                <a:solidFill>
                  <a:srgbClr val="ADBDC7"/>
                </a:solidFill>
                <a:latin typeface="Arial"/>
                <a:ea typeface="Arial"/>
                <a:cs typeface="Arial"/>
              </a:defRPr>
            </a:lvl5pPr>
            <a:lvl6pPr>
              <a:defRPr sz="1800" b="0">
                <a:solidFill>
                  <a:srgbClr val="ADBDC7"/>
                </a:solidFill>
                <a:latin typeface="Arial"/>
                <a:ea typeface="Arial"/>
                <a:cs typeface="Arial"/>
              </a:defRPr>
            </a:lvl6pPr>
            <a:lvl7pPr>
              <a:defRPr sz="1800" b="0">
                <a:solidFill>
                  <a:srgbClr val="ADBDC7"/>
                </a:solidFill>
                <a:latin typeface="Arial"/>
                <a:ea typeface="Arial"/>
                <a:cs typeface="Arial"/>
              </a:defRPr>
            </a:lvl7pPr>
            <a:lvl8pPr>
              <a:defRPr sz="1800" b="0">
                <a:solidFill>
                  <a:srgbClr val="ADBDC7"/>
                </a:solidFill>
                <a:latin typeface="Arial"/>
                <a:ea typeface="Arial"/>
                <a:cs typeface="Arial"/>
              </a:defRPr>
            </a:lvl8pPr>
            <a:lvl9pPr>
              <a:defRPr sz="1800" b="0">
                <a:solidFill>
                  <a:srgbClr val="ADBDC7"/>
                </a:solidFill>
                <a:latin typeface="Arial"/>
                <a:ea typeface="Arial"/>
                <a:cs typeface="Arial"/>
              </a:defRPr>
            </a:lvl9pPr>
          </a:lstStyle>
          <a:p xmlns:a="http://schemas.openxmlformats.org/drawingml/2006/main">
            <a:pPr>
              <a:defRPr sz="1800" b="0">
                <a:solidFill>
                  <a:srgbClr val="ADBDC7"/>
                </a:solidFill>
                <a:latin typeface="Arial"/>
                <a:ea typeface="Arial"/>
                <a:cs typeface="Arial"/>
              </a:defRPr>
            </a:pPr>
            <a:r>
              <a:rPr sz="1800" b="0">
                <a:solidFill>
                  <a:srgbClr val="ADBDC7"/>
                </a:solidFill>
                <a:latin typeface="Arial"/>
                <a:ea typeface="Arial"/>
                <a:cs typeface="Arial"/>
              </a:rPr>
              <a:t>Тексеру уақыты мен қателер.</a:t>
            </a:r>
          </a:p>
          <a:p xmlns:a="http://schemas.openxmlformats.org/drawingml/2006/main">
            <a:pPr>
              <a:defRPr sz="1800" b="0">
                <a:solidFill>
                  <a:srgbClr val="ADBDC7"/>
                </a:solidFill>
                <a:latin typeface="Arial"/>
                <a:ea typeface="Arial"/>
                <a:cs typeface="Arial"/>
              </a:defRPr>
            </a:pPr>
            <a:r>
              <a:rPr sz="1800" b="0">
                <a:solidFill>
                  <a:srgbClr val="ADBDC7"/>
                </a:solidFill>
                <a:latin typeface="Arial"/>
                <a:ea typeface="Arial"/>
                <a:cs typeface="Arial"/>
              </a:rPr>
              <a:t>Түсіндірмелердің пайдасы.</a:t>
            </a:r>
          </a:p>
        </p:txBody>
      </p:sp>
      <p:sp>
        <p:nvSpPr>
          <p:cNvPr id="22" name="">
            <a:extLst xmlns:a="http://schemas.openxmlformats.org/drawingml/2006/main">
              <a:ext uri="{FF2B5EF4-FFF2-40B4-BE49-F238E27FC236}">
                <a16:creationId xmlns:a16="http://schemas.microsoft.com/office/drawing/2014/main" id="{B7AE516B-333E-4304-A950-25F851703C98}"/>
              </a:ext>
            </a:extLst>
          </p:cNvPr>
          <p:cNvSpPr>
            <a:spLocks xmlns:a="http://schemas.openxmlformats.org/drawingml/2006/main" noGrp="1"/>
          </p:cNvSpPr>
          <p:nvPr/>
        </p:nvSpPr>
        <p:spPr>
          <a:xfrm xmlns:a="http://schemas.openxmlformats.org/drawingml/2006/main">
            <a:off x="533400" y="5314950"/>
            <a:ext cx="11125200" cy="9525"/>
          </a:xfrm>
          <a:prstGeom xmlns:a="http://schemas.openxmlformats.org/drawingml/2006/main" prst="rect">
            <a:avLst/>
          </a:prstGeom>
          <a:solidFill xmlns:a="http://schemas.openxmlformats.org/drawingml/2006/main">
            <a:srgbClr val="46DBC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CCF199-045D-4F2F-B8F1-D232574C71F9}"/>
              </a:ext>
            </a:extLst>
          </p:cNvPr>
          <p:cNvSpPr>
            <a:spLocks xmlns:a="http://schemas.openxmlformats.org/drawingml/2006/main" noGrp="1"/>
          </p:cNvSpPr>
          <p:nvPr/>
        </p:nvSpPr>
        <p:spPr>
          <a:xfrm xmlns:a="http://schemas.openxmlformats.org/drawingml/2006/main">
            <a:off x="533400" y="5553075"/>
            <a:ext cx="111252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0">
                <a:solidFill>
                  <a:srgbClr val="46DBC4"/>
                </a:solidFill>
                <a:latin typeface="Arial"/>
                <a:ea typeface="Arial"/>
                <a:cs typeface="Arial"/>
              </a:defRPr>
            </a:defPPr>
            <a:lvl1pPr>
              <a:defRPr sz="3450" b="0">
                <a:solidFill>
                  <a:srgbClr val="46DBC4"/>
                </a:solidFill>
                <a:latin typeface="Arial"/>
                <a:ea typeface="Arial"/>
                <a:cs typeface="Arial"/>
              </a:defRPr>
            </a:lvl1pPr>
            <a:lvl2pPr>
              <a:defRPr sz="3450" b="0">
                <a:solidFill>
                  <a:srgbClr val="46DBC4"/>
                </a:solidFill>
                <a:latin typeface="Arial"/>
                <a:ea typeface="Arial"/>
                <a:cs typeface="Arial"/>
              </a:defRPr>
            </a:lvl2pPr>
            <a:lvl3pPr>
              <a:defRPr sz="3450" b="0">
                <a:solidFill>
                  <a:srgbClr val="46DBC4"/>
                </a:solidFill>
                <a:latin typeface="Arial"/>
                <a:ea typeface="Arial"/>
                <a:cs typeface="Arial"/>
              </a:defRPr>
            </a:lvl3pPr>
            <a:lvl4pPr>
              <a:defRPr sz="3450" b="0">
                <a:solidFill>
                  <a:srgbClr val="46DBC4"/>
                </a:solidFill>
                <a:latin typeface="Arial"/>
                <a:ea typeface="Arial"/>
                <a:cs typeface="Arial"/>
              </a:defRPr>
            </a:lvl4pPr>
            <a:lvl5pPr>
              <a:defRPr sz="3450" b="0">
                <a:solidFill>
                  <a:srgbClr val="46DBC4"/>
                </a:solidFill>
                <a:latin typeface="Arial"/>
                <a:ea typeface="Arial"/>
                <a:cs typeface="Arial"/>
              </a:defRPr>
            </a:lvl5pPr>
            <a:lvl6pPr>
              <a:defRPr sz="3450" b="0">
                <a:solidFill>
                  <a:srgbClr val="46DBC4"/>
                </a:solidFill>
                <a:latin typeface="Arial"/>
                <a:ea typeface="Arial"/>
                <a:cs typeface="Arial"/>
              </a:defRPr>
            </a:lvl6pPr>
            <a:lvl7pPr>
              <a:defRPr sz="3450" b="0">
                <a:solidFill>
                  <a:srgbClr val="46DBC4"/>
                </a:solidFill>
                <a:latin typeface="Arial"/>
                <a:ea typeface="Arial"/>
                <a:cs typeface="Arial"/>
              </a:defRPr>
            </a:lvl7pPr>
            <a:lvl8pPr>
              <a:defRPr sz="3450" b="0">
                <a:solidFill>
                  <a:srgbClr val="46DBC4"/>
                </a:solidFill>
                <a:latin typeface="Arial"/>
                <a:ea typeface="Arial"/>
                <a:cs typeface="Arial"/>
              </a:defRPr>
            </a:lvl8pPr>
            <a:lvl9pPr>
              <a:defRPr sz="3450" b="0">
                <a:solidFill>
                  <a:srgbClr val="46DBC4"/>
                </a:solidFill>
                <a:latin typeface="Arial"/>
                <a:ea typeface="Arial"/>
                <a:cs typeface="Arial"/>
              </a:defRPr>
            </a:lvl9pPr>
          </a:lstStyle>
          <a:p xmlns:a="http://schemas.openxmlformats.org/drawingml/2006/main">
            <a:pPr>
              <a:defRPr sz="3450" b="0">
                <a:solidFill>
                  <a:srgbClr val="46DBC4"/>
                </a:solidFill>
                <a:latin typeface="Arial"/>
                <a:ea typeface="Arial"/>
                <a:cs typeface="Arial"/>
              </a:defRPr>
            </a:pPr>
            <a:r>
              <a:rPr sz="3450" b="0">
                <a:solidFill>
                  <a:srgbClr val="46DBC4"/>
                </a:solidFill>
                <a:latin typeface="Arial"/>
                <a:ea typeface="Arial"/>
                <a:cs typeface="Arial"/>
              </a:rPr>
              <a:t>Үш бағыт. Бір платформа.</a:t>
            </a:r>
          </a:p>
          <a:p xmlns:a="http://schemas.openxmlformats.org/drawingml/2006/main">
            <a:pPr>
              <a:defRPr sz="3450" b="0">
                <a:solidFill>
                  <a:srgbClr val="46DBC4"/>
                </a:solidFill>
                <a:latin typeface="Arial"/>
                <a:ea typeface="Arial"/>
                <a:cs typeface="Arial"/>
              </a:defRPr>
            </a:pPr>
            <a:r>
              <a:rPr sz="3450" b="0">
                <a:solidFill>
                  <a:srgbClr val="46DBC4"/>
                </a:solidFill>
                <a:latin typeface="Arial"/>
                <a:ea typeface="Arial"/>
                <a:cs typeface="Arial"/>
              </a:rPr>
              <a:t>Әр белгіге — нақты дәлел</a:t>
            </a:r>
          </a:p>
        </p:txBody>
      </p:sp>
    </p:spTree>
    <p:extLst>
      <p:ext uri="{BB962C8B-B14F-4D97-AF65-F5344CB8AC3E}">
        <p14:creationId xmlns:p14="http://schemas.microsoft.com/office/powerpoint/2010/main" val="9219259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2026-10-25T17:46:44.7280000Z</dcterms:created>
  <dcterms:modified xsi:type="dcterms:W3CDTF">2026-10-25T17:46:44.7280000Z</dcterms:modified>
</coreProperties>
</file>